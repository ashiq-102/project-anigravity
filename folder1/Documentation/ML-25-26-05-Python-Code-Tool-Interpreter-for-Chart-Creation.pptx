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1"/>
  </p:sldMasterIdLst>
  <p:notesMasterIdLst>
    <p:notesMasterId r:id="rId17"/>
  </p:notesMasterIdLst>
  <p:sldIdLst>
    <p:sldId id="256" r:id="rId2"/>
    <p:sldId id="272" r:id="rId3"/>
    <p:sldId id="258" r:id="rId4"/>
    <p:sldId id="273" r:id="rId5"/>
    <p:sldId id="274" r:id="rId6"/>
    <p:sldId id="275" r:id="rId7"/>
    <p:sldId id="278" r:id="rId8"/>
    <p:sldId id="280" r:id="rId9"/>
    <p:sldId id="277" r:id="rId10"/>
    <p:sldId id="276" r:id="rId11"/>
    <p:sldId id="279" r:id="rId12"/>
    <p:sldId id="281" r:id="rId13"/>
    <p:sldId id="282" r:id="rId14"/>
    <p:sldId id="283" r:id="rId15"/>
    <p:sldId id="269" r:id="rId16"/>
  </p:sldIdLst>
  <p:sldSz cx="12192000" cy="6858000"/>
  <p:notesSz cx="6858000" cy="9144000"/>
  <p:defaultText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26A24B-1990-4368-81D8-801BBEE04B46}" type="datetimeFigureOut">
              <a:rPr lang="en-US" smtClean="0"/>
              <a:t>4/1/2026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333FCC-1B27-4A92-A25F-707628B9A49F}" type="slidenum">
              <a:rPr lang="en-US" smtClean="0"/>
              <a:t>‹#›</a:t>
            </a:fld>
            <a:endParaRPr lang="en-US"/>
          </a:p>
        </p:txBody>
      </p:sp>
    </p:spTree>
    <p:extLst>
      <p:ext uri="{BB962C8B-B14F-4D97-AF65-F5344CB8AC3E}">
        <p14:creationId xmlns:p14="http://schemas.microsoft.com/office/powerpoint/2010/main" val="4075445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15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333FCC-1B27-4A92-A25F-707628B9A49F}" type="slidenum">
              <a:rPr lang="en-US" smtClean="0"/>
              <a:t>1</a:t>
            </a:fld>
            <a:endParaRPr lang="en-US"/>
          </a:p>
        </p:txBody>
      </p:sp>
    </p:spTree>
    <p:extLst>
      <p:ext uri="{BB962C8B-B14F-4D97-AF65-F5344CB8AC3E}">
        <p14:creationId xmlns:p14="http://schemas.microsoft.com/office/powerpoint/2010/main" val="4261131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38503-68D7-80DE-6388-20F167255A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B68E0-B528-3E75-E88A-4F545F9BDA65}"/>
              </a:ext>
            </a:extLst>
          </p:cNvPr>
          <p:cNvSpPr>
            <a:spLocks noGrp="1" noRot="1" noChangeAspect="1"/>
          </p:cNvSpPr>
          <p:nvPr>
            <p:ph type="sldImg"/>
          </p:nvPr>
        </p:nvSpPr>
        <p:spPr/>
        <p:txBody>
          <a:bodyPr/>
          <a:lstStyle/>
          <a:p>
            <a:endParaRPr lang="en-150"/>
          </a:p>
        </p:txBody>
      </p:sp>
      <p:sp>
        <p:nvSpPr>
          <p:cNvPr id="3" name="Notes Placeholder 2">
            <a:extLst>
              <a:ext uri="{FF2B5EF4-FFF2-40B4-BE49-F238E27FC236}">
                <a16:creationId xmlns:a16="http://schemas.microsoft.com/office/drawing/2014/main" id="{00105F13-196C-46CC-7981-4E84614056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2616FB-0D9A-0C94-2084-3D13BFC1268F}"/>
              </a:ext>
            </a:extLst>
          </p:cNvPr>
          <p:cNvSpPr>
            <a:spLocks noGrp="1"/>
          </p:cNvSpPr>
          <p:nvPr>
            <p:ph type="sldNum" sz="quarter" idx="5"/>
          </p:nvPr>
        </p:nvSpPr>
        <p:spPr/>
        <p:txBody>
          <a:bodyPr/>
          <a:lstStyle/>
          <a:p>
            <a:fld id="{26333FCC-1B27-4A92-A25F-707628B9A49F}" type="slidenum">
              <a:rPr lang="en-US" smtClean="0"/>
              <a:t>2</a:t>
            </a:fld>
            <a:endParaRPr lang="en-US"/>
          </a:p>
        </p:txBody>
      </p:sp>
    </p:spTree>
    <p:extLst>
      <p:ext uri="{BB962C8B-B14F-4D97-AF65-F5344CB8AC3E}">
        <p14:creationId xmlns:p14="http://schemas.microsoft.com/office/powerpoint/2010/main" val="2201194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DE74C-E150-821D-C0B5-15DFE4BE6B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FC891-B541-7DC0-9C1E-711763543021}"/>
              </a:ext>
            </a:extLst>
          </p:cNvPr>
          <p:cNvSpPr>
            <a:spLocks noGrp="1" noRot="1" noChangeAspect="1"/>
          </p:cNvSpPr>
          <p:nvPr>
            <p:ph type="sldImg"/>
          </p:nvPr>
        </p:nvSpPr>
        <p:spPr/>
        <p:txBody>
          <a:bodyPr/>
          <a:lstStyle/>
          <a:p>
            <a:endParaRPr lang="en-150"/>
          </a:p>
        </p:txBody>
      </p:sp>
      <p:sp>
        <p:nvSpPr>
          <p:cNvPr id="3" name="Notes Placeholder 2">
            <a:extLst>
              <a:ext uri="{FF2B5EF4-FFF2-40B4-BE49-F238E27FC236}">
                <a16:creationId xmlns:a16="http://schemas.microsoft.com/office/drawing/2014/main" id="{BA86DF8B-5232-CED8-9C34-4179A15044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99105A-7E33-BF6C-FF63-8F72021EB715}"/>
              </a:ext>
            </a:extLst>
          </p:cNvPr>
          <p:cNvSpPr>
            <a:spLocks noGrp="1"/>
          </p:cNvSpPr>
          <p:nvPr>
            <p:ph type="sldNum" sz="quarter" idx="5"/>
          </p:nvPr>
        </p:nvSpPr>
        <p:spPr/>
        <p:txBody>
          <a:bodyPr/>
          <a:lstStyle/>
          <a:p>
            <a:fld id="{26333FCC-1B27-4A92-A25F-707628B9A49F}" type="slidenum">
              <a:rPr lang="en-US" smtClean="0"/>
              <a:t>3</a:t>
            </a:fld>
            <a:endParaRPr lang="en-US"/>
          </a:p>
        </p:txBody>
      </p:sp>
    </p:spTree>
    <p:extLst>
      <p:ext uri="{BB962C8B-B14F-4D97-AF65-F5344CB8AC3E}">
        <p14:creationId xmlns:p14="http://schemas.microsoft.com/office/powerpoint/2010/main" val="261993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4037B-921C-A3DD-D4B1-FF33245E84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A7FD8B-73A5-8329-92C7-62AE735835B2}"/>
              </a:ext>
            </a:extLst>
          </p:cNvPr>
          <p:cNvSpPr>
            <a:spLocks noGrp="1" noRot="1" noChangeAspect="1"/>
          </p:cNvSpPr>
          <p:nvPr>
            <p:ph type="sldImg"/>
          </p:nvPr>
        </p:nvSpPr>
        <p:spPr/>
        <p:txBody>
          <a:bodyPr/>
          <a:lstStyle/>
          <a:p>
            <a:endParaRPr lang="en-150"/>
          </a:p>
        </p:txBody>
      </p:sp>
      <p:sp>
        <p:nvSpPr>
          <p:cNvPr id="3" name="Notes Placeholder 2">
            <a:extLst>
              <a:ext uri="{FF2B5EF4-FFF2-40B4-BE49-F238E27FC236}">
                <a16:creationId xmlns:a16="http://schemas.microsoft.com/office/drawing/2014/main" id="{E7504E8E-16E7-7256-9334-2C2529C3D3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C4CBC7-F5D6-FD5F-9FCC-61EC4D95E262}"/>
              </a:ext>
            </a:extLst>
          </p:cNvPr>
          <p:cNvSpPr>
            <a:spLocks noGrp="1"/>
          </p:cNvSpPr>
          <p:nvPr>
            <p:ph type="sldNum" sz="quarter" idx="5"/>
          </p:nvPr>
        </p:nvSpPr>
        <p:spPr/>
        <p:txBody>
          <a:bodyPr/>
          <a:lstStyle/>
          <a:p>
            <a:fld id="{26333FCC-1B27-4A92-A25F-707628B9A49F}" type="slidenum">
              <a:rPr lang="en-US" smtClean="0"/>
              <a:t>4</a:t>
            </a:fld>
            <a:endParaRPr lang="en-US"/>
          </a:p>
        </p:txBody>
      </p:sp>
    </p:spTree>
    <p:extLst>
      <p:ext uri="{BB962C8B-B14F-4D97-AF65-F5344CB8AC3E}">
        <p14:creationId xmlns:p14="http://schemas.microsoft.com/office/powerpoint/2010/main" val="2219804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3AF6F-E3A4-683A-F93A-A58E660ED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FCCC6D-42CF-A17A-2B89-F02C11F57E8C}"/>
              </a:ext>
            </a:extLst>
          </p:cNvPr>
          <p:cNvSpPr>
            <a:spLocks noGrp="1" noRot="1" noChangeAspect="1"/>
          </p:cNvSpPr>
          <p:nvPr>
            <p:ph type="sldImg"/>
          </p:nvPr>
        </p:nvSpPr>
        <p:spPr/>
        <p:txBody>
          <a:bodyPr/>
          <a:lstStyle/>
          <a:p>
            <a:endParaRPr lang="en-150"/>
          </a:p>
        </p:txBody>
      </p:sp>
      <p:sp>
        <p:nvSpPr>
          <p:cNvPr id="3" name="Notes Placeholder 2">
            <a:extLst>
              <a:ext uri="{FF2B5EF4-FFF2-40B4-BE49-F238E27FC236}">
                <a16:creationId xmlns:a16="http://schemas.microsoft.com/office/drawing/2014/main" id="{918AF548-E36B-BE5F-5ACD-48607A2925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69EEE1-C6F6-5F26-386D-038CCBA3B276}"/>
              </a:ext>
            </a:extLst>
          </p:cNvPr>
          <p:cNvSpPr>
            <a:spLocks noGrp="1"/>
          </p:cNvSpPr>
          <p:nvPr>
            <p:ph type="sldNum" sz="quarter" idx="5"/>
          </p:nvPr>
        </p:nvSpPr>
        <p:spPr/>
        <p:txBody>
          <a:bodyPr/>
          <a:lstStyle/>
          <a:p>
            <a:fld id="{26333FCC-1B27-4A92-A25F-707628B9A49F}" type="slidenum">
              <a:rPr lang="en-US" smtClean="0"/>
              <a:t>5</a:t>
            </a:fld>
            <a:endParaRPr lang="en-US"/>
          </a:p>
        </p:txBody>
      </p:sp>
    </p:spTree>
    <p:extLst>
      <p:ext uri="{BB962C8B-B14F-4D97-AF65-F5344CB8AC3E}">
        <p14:creationId xmlns:p14="http://schemas.microsoft.com/office/powerpoint/2010/main" val="2888114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AC699-6E6D-8427-55BD-8D4351291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1AFB7-80AF-D36B-004B-D35820507B90}"/>
              </a:ext>
            </a:extLst>
          </p:cNvPr>
          <p:cNvSpPr>
            <a:spLocks noGrp="1" noRot="1" noChangeAspect="1"/>
          </p:cNvSpPr>
          <p:nvPr>
            <p:ph type="sldImg"/>
          </p:nvPr>
        </p:nvSpPr>
        <p:spPr/>
        <p:txBody>
          <a:bodyPr/>
          <a:lstStyle/>
          <a:p>
            <a:endParaRPr lang="en-150"/>
          </a:p>
        </p:txBody>
      </p:sp>
      <p:sp>
        <p:nvSpPr>
          <p:cNvPr id="3" name="Notes Placeholder 2">
            <a:extLst>
              <a:ext uri="{FF2B5EF4-FFF2-40B4-BE49-F238E27FC236}">
                <a16:creationId xmlns:a16="http://schemas.microsoft.com/office/drawing/2014/main" id="{AB507905-64FB-86E3-2683-7AA78EF4FB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373B08-4035-E604-FF1A-983D2AAB850A}"/>
              </a:ext>
            </a:extLst>
          </p:cNvPr>
          <p:cNvSpPr>
            <a:spLocks noGrp="1"/>
          </p:cNvSpPr>
          <p:nvPr>
            <p:ph type="sldNum" sz="quarter" idx="5"/>
          </p:nvPr>
        </p:nvSpPr>
        <p:spPr/>
        <p:txBody>
          <a:bodyPr/>
          <a:lstStyle/>
          <a:p>
            <a:fld id="{26333FCC-1B27-4A92-A25F-707628B9A49F}" type="slidenum">
              <a:rPr lang="en-US" smtClean="0"/>
              <a:t>6</a:t>
            </a:fld>
            <a:endParaRPr lang="en-US"/>
          </a:p>
        </p:txBody>
      </p:sp>
    </p:spTree>
    <p:extLst>
      <p:ext uri="{BB962C8B-B14F-4D97-AF65-F5344CB8AC3E}">
        <p14:creationId xmlns:p14="http://schemas.microsoft.com/office/powerpoint/2010/main" val="1041345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51C4B-672B-0FE5-4D95-7D9DE9C2F7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8DCFAF-E688-79F2-198D-28361A238AAA}"/>
              </a:ext>
            </a:extLst>
          </p:cNvPr>
          <p:cNvSpPr>
            <a:spLocks noGrp="1" noRot="1" noChangeAspect="1"/>
          </p:cNvSpPr>
          <p:nvPr>
            <p:ph type="sldImg"/>
          </p:nvPr>
        </p:nvSpPr>
        <p:spPr/>
        <p:txBody>
          <a:bodyPr/>
          <a:lstStyle/>
          <a:p>
            <a:endParaRPr lang="en-150"/>
          </a:p>
        </p:txBody>
      </p:sp>
      <p:sp>
        <p:nvSpPr>
          <p:cNvPr id="3" name="Notes Placeholder 2">
            <a:extLst>
              <a:ext uri="{FF2B5EF4-FFF2-40B4-BE49-F238E27FC236}">
                <a16:creationId xmlns:a16="http://schemas.microsoft.com/office/drawing/2014/main" id="{2740888D-62A5-CDE9-7EA0-761B66EB84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F1C1C4-0262-FFC9-1C75-16F8E4FD3F05}"/>
              </a:ext>
            </a:extLst>
          </p:cNvPr>
          <p:cNvSpPr>
            <a:spLocks noGrp="1"/>
          </p:cNvSpPr>
          <p:nvPr>
            <p:ph type="sldNum" sz="quarter" idx="5"/>
          </p:nvPr>
        </p:nvSpPr>
        <p:spPr/>
        <p:txBody>
          <a:bodyPr/>
          <a:lstStyle/>
          <a:p>
            <a:fld id="{26333FCC-1B27-4A92-A25F-707628B9A49F}" type="slidenum">
              <a:rPr lang="en-US" smtClean="0"/>
              <a:t>7</a:t>
            </a:fld>
            <a:endParaRPr lang="en-US"/>
          </a:p>
        </p:txBody>
      </p:sp>
    </p:spTree>
    <p:extLst>
      <p:ext uri="{BB962C8B-B14F-4D97-AF65-F5344CB8AC3E}">
        <p14:creationId xmlns:p14="http://schemas.microsoft.com/office/powerpoint/2010/main" val="2367315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BDA2E-8979-BEBF-CA68-E87262430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BF3C30-E349-DD64-A963-B5E8C076A98F}"/>
              </a:ext>
            </a:extLst>
          </p:cNvPr>
          <p:cNvSpPr>
            <a:spLocks noGrp="1" noRot="1" noChangeAspect="1"/>
          </p:cNvSpPr>
          <p:nvPr>
            <p:ph type="sldImg"/>
          </p:nvPr>
        </p:nvSpPr>
        <p:spPr/>
        <p:txBody>
          <a:bodyPr/>
          <a:lstStyle/>
          <a:p>
            <a:endParaRPr lang="en-150"/>
          </a:p>
        </p:txBody>
      </p:sp>
      <p:sp>
        <p:nvSpPr>
          <p:cNvPr id="3" name="Notes Placeholder 2">
            <a:extLst>
              <a:ext uri="{FF2B5EF4-FFF2-40B4-BE49-F238E27FC236}">
                <a16:creationId xmlns:a16="http://schemas.microsoft.com/office/drawing/2014/main" id="{E9C45942-EE41-9D77-E949-F5C4A9E88D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4F1D41-1DB0-CBD4-D628-D6107D70E167}"/>
              </a:ext>
            </a:extLst>
          </p:cNvPr>
          <p:cNvSpPr>
            <a:spLocks noGrp="1"/>
          </p:cNvSpPr>
          <p:nvPr>
            <p:ph type="sldNum" sz="quarter" idx="5"/>
          </p:nvPr>
        </p:nvSpPr>
        <p:spPr/>
        <p:txBody>
          <a:bodyPr/>
          <a:lstStyle/>
          <a:p>
            <a:fld id="{26333FCC-1B27-4A92-A25F-707628B9A49F}" type="slidenum">
              <a:rPr lang="en-US" smtClean="0"/>
              <a:t>8</a:t>
            </a:fld>
            <a:endParaRPr lang="en-US"/>
          </a:p>
        </p:txBody>
      </p:sp>
    </p:spTree>
    <p:extLst>
      <p:ext uri="{BB962C8B-B14F-4D97-AF65-F5344CB8AC3E}">
        <p14:creationId xmlns:p14="http://schemas.microsoft.com/office/powerpoint/2010/main" val="27086512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D79E3-D994-D3A7-F890-775BD4824C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0D800D-BFDC-4AF2-792D-93AE9278B9D4}"/>
              </a:ext>
            </a:extLst>
          </p:cNvPr>
          <p:cNvSpPr>
            <a:spLocks noGrp="1" noRot="1" noChangeAspect="1"/>
          </p:cNvSpPr>
          <p:nvPr>
            <p:ph type="sldImg"/>
          </p:nvPr>
        </p:nvSpPr>
        <p:spPr/>
        <p:txBody>
          <a:bodyPr/>
          <a:lstStyle/>
          <a:p>
            <a:endParaRPr lang="en-150"/>
          </a:p>
        </p:txBody>
      </p:sp>
      <p:sp>
        <p:nvSpPr>
          <p:cNvPr id="3" name="Notes Placeholder 2">
            <a:extLst>
              <a:ext uri="{FF2B5EF4-FFF2-40B4-BE49-F238E27FC236}">
                <a16:creationId xmlns:a16="http://schemas.microsoft.com/office/drawing/2014/main" id="{9A47EDFF-B224-5C69-15A7-0D26812104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07A5F6-DB06-1A5A-EF37-A7E52BDD3994}"/>
              </a:ext>
            </a:extLst>
          </p:cNvPr>
          <p:cNvSpPr>
            <a:spLocks noGrp="1"/>
          </p:cNvSpPr>
          <p:nvPr>
            <p:ph type="sldNum" sz="quarter" idx="5"/>
          </p:nvPr>
        </p:nvSpPr>
        <p:spPr/>
        <p:txBody>
          <a:bodyPr/>
          <a:lstStyle/>
          <a:p>
            <a:fld id="{26333FCC-1B27-4A92-A25F-707628B9A49F}" type="slidenum">
              <a:rPr lang="en-US" smtClean="0"/>
              <a:t>9</a:t>
            </a:fld>
            <a:endParaRPr lang="en-US"/>
          </a:p>
        </p:txBody>
      </p:sp>
    </p:spTree>
    <p:extLst>
      <p:ext uri="{BB962C8B-B14F-4D97-AF65-F5344CB8AC3E}">
        <p14:creationId xmlns:p14="http://schemas.microsoft.com/office/powerpoint/2010/main" val="22915273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D6216-3195-BDF9-92A6-885D6F2FF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2FF4A-24EB-9A69-8D18-3FC23860D029}"/>
              </a:ext>
            </a:extLst>
          </p:cNvPr>
          <p:cNvSpPr>
            <a:spLocks noGrp="1" noRot="1" noChangeAspect="1"/>
          </p:cNvSpPr>
          <p:nvPr>
            <p:ph type="sldImg"/>
          </p:nvPr>
        </p:nvSpPr>
        <p:spPr/>
        <p:txBody>
          <a:bodyPr/>
          <a:lstStyle/>
          <a:p>
            <a:endParaRPr lang="en-150"/>
          </a:p>
        </p:txBody>
      </p:sp>
      <p:sp>
        <p:nvSpPr>
          <p:cNvPr id="3" name="Notes Placeholder 2">
            <a:extLst>
              <a:ext uri="{FF2B5EF4-FFF2-40B4-BE49-F238E27FC236}">
                <a16:creationId xmlns:a16="http://schemas.microsoft.com/office/drawing/2014/main" id="{60F5AA0A-6A3A-0B98-1D36-8F72688FB2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9AE53A-B079-D835-32EB-24000506F8EC}"/>
              </a:ext>
            </a:extLst>
          </p:cNvPr>
          <p:cNvSpPr>
            <a:spLocks noGrp="1"/>
          </p:cNvSpPr>
          <p:nvPr>
            <p:ph type="sldNum" sz="quarter" idx="5"/>
          </p:nvPr>
        </p:nvSpPr>
        <p:spPr/>
        <p:txBody>
          <a:bodyPr/>
          <a:lstStyle/>
          <a:p>
            <a:fld id="{26333FCC-1B27-4A92-A25F-707628B9A49F}" type="slidenum">
              <a:rPr lang="en-US" smtClean="0"/>
              <a:t>10</a:t>
            </a:fld>
            <a:endParaRPr lang="en-US"/>
          </a:p>
        </p:txBody>
      </p:sp>
    </p:spTree>
    <p:extLst>
      <p:ext uri="{BB962C8B-B14F-4D97-AF65-F5344CB8AC3E}">
        <p14:creationId xmlns:p14="http://schemas.microsoft.com/office/powerpoint/2010/main" val="1316383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EA5DA-79D3-3CF8-9C96-B49DF58F8C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E01DB-6897-DBB9-E23D-F1BA3450588B}"/>
              </a:ext>
            </a:extLst>
          </p:cNvPr>
          <p:cNvSpPr>
            <a:spLocks noGrp="1" noRot="1" noChangeAspect="1"/>
          </p:cNvSpPr>
          <p:nvPr>
            <p:ph type="sldImg"/>
          </p:nvPr>
        </p:nvSpPr>
        <p:spPr/>
        <p:txBody>
          <a:bodyPr/>
          <a:lstStyle/>
          <a:p>
            <a:endParaRPr lang="en-150"/>
          </a:p>
        </p:txBody>
      </p:sp>
      <p:sp>
        <p:nvSpPr>
          <p:cNvPr id="3" name="Notes Placeholder 2">
            <a:extLst>
              <a:ext uri="{FF2B5EF4-FFF2-40B4-BE49-F238E27FC236}">
                <a16:creationId xmlns:a16="http://schemas.microsoft.com/office/drawing/2014/main" id="{AAB5AE6F-E57C-B685-197E-D584EF63F0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F42B84-288F-4D9C-6D60-5198E1936482}"/>
              </a:ext>
            </a:extLst>
          </p:cNvPr>
          <p:cNvSpPr>
            <a:spLocks noGrp="1"/>
          </p:cNvSpPr>
          <p:nvPr>
            <p:ph type="sldNum" sz="quarter" idx="5"/>
          </p:nvPr>
        </p:nvSpPr>
        <p:spPr/>
        <p:txBody>
          <a:bodyPr/>
          <a:lstStyle/>
          <a:p>
            <a:fld id="{26333FCC-1B27-4A92-A25F-707628B9A49F}" type="slidenum">
              <a:rPr lang="en-US" smtClean="0"/>
              <a:t>11</a:t>
            </a:fld>
            <a:endParaRPr lang="en-US"/>
          </a:p>
        </p:txBody>
      </p:sp>
    </p:spTree>
    <p:extLst>
      <p:ext uri="{BB962C8B-B14F-4D97-AF65-F5344CB8AC3E}">
        <p14:creationId xmlns:p14="http://schemas.microsoft.com/office/powerpoint/2010/main" val="3087481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83E16-5FFB-19B3-1A94-2E7904B7B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DA263-32F6-06A5-7A29-4771FB2757B9}"/>
              </a:ext>
            </a:extLst>
          </p:cNvPr>
          <p:cNvSpPr>
            <a:spLocks noGrp="1" noRot="1" noChangeAspect="1"/>
          </p:cNvSpPr>
          <p:nvPr>
            <p:ph type="sldImg"/>
          </p:nvPr>
        </p:nvSpPr>
        <p:spPr/>
        <p:txBody>
          <a:bodyPr/>
          <a:lstStyle/>
          <a:p>
            <a:endParaRPr lang="en-150"/>
          </a:p>
        </p:txBody>
      </p:sp>
      <p:sp>
        <p:nvSpPr>
          <p:cNvPr id="3" name="Notes Placeholder 2">
            <a:extLst>
              <a:ext uri="{FF2B5EF4-FFF2-40B4-BE49-F238E27FC236}">
                <a16:creationId xmlns:a16="http://schemas.microsoft.com/office/drawing/2014/main" id="{6AF2CDCA-8D15-77D4-9245-544F45BFBC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248DC9-57C6-3149-0099-B07AAE5468B1}"/>
              </a:ext>
            </a:extLst>
          </p:cNvPr>
          <p:cNvSpPr>
            <a:spLocks noGrp="1"/>
          </p:cNvSpPr>
          <p:nvPr>
            <p:ph type="sldNum" sz="quarter" idx="5"/>
          </p:nvPr>
        </p:nvSpPr>
        <p:spPr/>
        <p:txBody>
          <a:bodyPr/>
          <a:lstStyle/>
          <a:p>
            <a:fld id="{26333FCC-1B27-4A92-A25F-707628B9A49F}" type="slidenum">
              <a:rPr lang="en-US" smtClean="0"/>
              <a:t>12</a:t>
            </a:fld>
            <a:endParaRPr lang="en-US"/>
          </a:p>
        </p:txBody>
      </p:sp>
    </p:spTree>
    <p:extLst>
      <p:ext uri="{BB962C8B-B14F-4D97-AF65-F5344CB8AC3E}">
        <p14:creationId xmlns:p14="http://schemas.microsoft.com/office/powerpoint/2010/main" val="2907222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EEF1A-87F5-365C-A1C9-3B7196376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74B0BD-EEC2-7D6C-1A5E-FBC3DE96F0B1}"/>
              </a:ext>
            </a:extLst>
          </p:cNvPr>
          <p:cNvSpPr>
            <a:spLocks noGrp="1" noRot="1" noChangeAspect="1"/>
          </p:cNvSpPr>
          <p:nvPr>
            <p:ph type="sldImg"/>
          </p:nvPr>
        </p:nvSpPr>
        <p:spPr/>
        <p:txBody>
          <a:bodyPr/>
          <a:lstStyle/>
          <a:p>
            <a:endParaRPr lang="en-150"/>
          </a:p>
        </p:txBody>
      </p:sp>
      <p:sp>
        <p:nvSpPr>
          <p:cNvPr id="3" name="Notes Placeholder 2">
            <a:extLst>
              <a:ext uri="{FF2B5EF4-FFF2-40B4-BE49-F238E27FC236}">
                <a16:creationId xmlns:a16="http://schemas.microsoft.com/office/drawing/2014/main" id="{4F60E558-7783-7522-D4C5-79323F85B9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579819-C69B-41B9-912B-05E7A93BE523}"/>
              </a:ext>
            </a:extLst>
          </p:cNvPr>
          <p:cNvSpPr>
            <a:spLocks noGrp="1"/>
          </p:cNvSpPr>
          <p:nvPr>
            <p:ph type="sldNum" sz="quarter" idx="5"/>
          </p:nvPr>
        </p:nvSpPr>
        <p:spPr/>
        <p:txBody>
          <a:bodyPr/>
          <a:lstStyle/>
          <a:p>
            <a:fld id="{26333FCC-1B27-4A92-A25F-707628B9A49F}" type="slidenum">
              <a:rPr lang="en-US" smtClean="0"/>
              <a:t>13</a:t>
            </a:fld>
            <a:endParaRPr lang="en-US"/>
          </a:p>
        </p:txBody>
      </p:sp>
    </p:spTree>
    <p:extLst>
      <p:ext uri="{BB962C8B-B14F-4D97-AF65-F5344CB8AC3E}">
        <p14:creationId xmlns:p14="http://schemas.microsoft.com/office/powerpoint/2010/main" val="39284835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57895-D88D-2E79-29FC-DE2C2ECE8E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F1C6AA-01BE-F805-A580-82713BA07AFE}"/>
              </a:ext>
            </a:extLst>
          </p:cNvPr>
          <p:cNvSpPr>
            <a:spLocks noGrp="1" noRot="1" noChangeAspect="1"/>
          </p:cNvSpPr>
          <p:nvPr>
            <p:ph type="sldImg"/>
          </p:nvPr>
        </p:nvSpPr>
        <p:spPr/>
        <p:txBody>
          <a:bodyPr/>
          <a:lstStyle/>
          <a:p>
            <a:endParaRPr lang="en-150"/>
          </a:p>
        </p:txBody>
      </p:sp>
      <p:sp>
        <p:nvSpPr>
          <p:cNvPr id="3" name="Notes Placeholder 2">
            <a:extLst>
              <a:ext uri="{FF2B5EF4-FFF2-40B4-BE49-F238E27FC236}">
                <a16:creationId xmlns:a16="http://schemas.microsoft.com/office/drawing/2014/main" id="{4F08D82F-9DE5-8C47-BF4A-AB91718944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34E69F-7F3F-7A68-CB1F-DC6D588B64AA}"/>
              </a:ext>
            </a:extLst>
          </p:cNvPr>
          <p:cNvSpPr>
            <a:spLocks noGrp="1"/>
          </p:cNvSpPr>
          <p:nvPr>
            <p:ph type="sldNum" sz="quarter" idx="5"/>
          </p:nvPr>
        </p:nvSpPr>
        <p:spPr/>
        <p:txBody>
          <a:bodyPr/>
          <a:lstStyle/>
          <a:p>
            <a:fld id="{26333FCC-1B27-4A92-A25F-707628B9A49F}" type="slidenum">
              <a:rPr lang="en-US" smtClean="0"/>
              <a:t>14</a:t>
            </a:fld>
            <a:endParaRPr lang="en-US"/>
          </a:p>
        </p:txBody>
      </p:sp>
    </p:spTree>
    <p:extLst>
      <p:ext uri="{BB962C8B-B14F-4D97-AF65-F5344CB8AC3E}">
        <p14:creationId xmlns:p14="http://schemas.microsoft.com/office/powerpoint/2010/main" val="39514476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ADB60-99CC-B4BB-83CF-8CFB39E61A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575FB9-1CDF-982A-6C6A-6744D12E549A}"/>
              </a:ext>
            </a:extLst>
          </p:cNvPr>
          <p:cNvSpPr>
            <a:spLocks noGrp="1" noRot="1" noChangeAspect="1"/>
          </p:cNvSpPr>
          <p:nvPr>
            <p:ph type="sldImg"/>
          </p:nvPr>
        </p:nvSpPr>
        <p:spPr/>
        <p:txBody>
          <a:bodyPr/>
          <a:lstStyle/>
          <a:p>
            <a:endParaRPr lang="en-150"/>
          </a:p>
        </p:txBody>
      </p:sp>
      <p:sp>
        <p:nvSpPr>
          <p:cNvPr id="3" name="Notes Placeholder 2">
            <a:extLst>
              <a:ext uri="{FF2B5EF4-FFF2-40B4-BE49-F238E27FC236}">
                <a16:creationId xmlns:a16="http://schemas.microsoft.com/office/drawing/2014/main" id="{284273F1-6479-C8BC-8C64-073CF95BB8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52AEB8-B682-6518-E541-3683AC02C33B}"/>
              </a:ext>
            </a:extLst>
          </p:cNvPr>
          <p:cNvSpPr>
            <a:spLocks noGrp="1"/>
          </p:cNvSpPr>
          <p:nvPr>
            <p:ph type="sldNum" sz="quarter" idx="5"/>
          </p:nvPr>
        </p:nvSpPr>
        <p:spPr/>
        <p:txBody>
          <a:bodyPr/>
          <a:lstStyle/>
          <a:p>
            <a:fld id="{26333FCC-1B27-4A92-A25F-707628B9A49F}" type="slidenum">
              <a:rPr lang="en-US" smtClean="0"/>
              <a:t>15</a:t>
            </a:fld>
            <a:endParaRPr lang="en-US"/>
          </a:p>
        </p:txBody>
      </p:sp>
    </p:spTree>
    <p:extLst>
      <p:ext uri="{BB962C8B-B14F-4D97-AF65-F5344CB8AC3E}">
        <p14:creationId xmlns:p14="http://schemas.microsoft.com/office/powerpoint/2010/main" val="771210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4E364-CECF-EBF0-617C-4C23452B60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150"/>
          </a:p>
        </p:txBody>
      </p:sp>
      <p:sp>
        <p:nvSpPr>
          <p:cNvPr id="3" name="Subtitle 2">
            <a:extLst>
              <a:ext uri="{FF2B5EF4-FFF2-40B4-BE49-F238E27FC236}">
                <a16:creationId xmlns:a16="http://schemas.microsoft.com/office/drawing/2014/main" id="{54156D20-B261-5EB2-B93C-C1EBD07889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150"/>
          </a:p>
        </p:txBody>
      </p:sp>
      <p:sp>
        <p:nvSpPr>
          <p:cNvPr id="4" name="Date Placeholder 3">
            <a:extLst>
              <a:ext uri="{FF2B5EF4-FFF2-40B4-BE49-F238E27FC236}">
                <a16:creationId xmlns:a16="http://schemas.microsoft.com/office/drawing/2014/main" id="{E894E6C2-6E2D-5867-47DF-70C187DD64E9}"/>
              </a:ext>
            </a:extLst>
          </p:cNvPr>
          <p:cNvSpPr>
            <a:spLocks noGrp="1"/>
          </p:cNvSpPr>
          <p:nvPr>
            <p:ph type="dt" sz="half" idx="10"/>
          </p:nvPr>
        </p:nvSpPr>
        <p:spPr/>
        <p:txBody>
          <a:bodyPr/>
          <a:lstStyle/>
          <a:p>
            <a:fld id="{D3624BC9-D53E-4B19-8337-2594011112AC}" type="datetime1">
              <a:rPr lang="en-US" smtClean="0"/>
              <a:t>4/1/2026</a:t>
            </a:fld>
            <a:endParaRPr lang="en-US"/>
          </a:p>
        </p:txBody>
      </p:sp>
      <p:sp>
        <p:nvSpPr>
          <p:cNvPr id="5" name="Footer Placeholder 4">
            <a:extLst>
              <a:ext uri="{FF2B5EF4-FFF2-40B4-BE49-F238E27FC236}">
                <a16:creationId xmlns:a16="http://schemas.microsoft.com/office/drawing/2014/main" id="{DA2E2ED0-19BD-7D4E-70B9-A1ACAAAB7E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93615F-3683-10AD-4C4A-DA194DBF11BB}"/>
              </a:ext>
            </a:extLst>
          </p:cNvPr>
          <p:cNvSpPr>
            <a:spLocks noGrp="1"/>
          </p:cNvSpPr>
          <p:nvPr>
            <p:ph type="sldNum" sz="quarter" idx="12"/>
          </p:nvPr>
        </p:nvSpPr>
        <p:spPr/>
        <p:txBody>
          <a:bodyPr/>
          <a:lstStyle/>
          <a:p>
            <a:fld id="{130AC47B-80C8-4C1B-84E9-DE269DE6DDAD}" type="slidenum">
              <a:rPr lang="en-US" smtClean="0"/>
              <a:t>‹#›</a:t>
            </a:fld>
            <a:endParaRPr lang="en-US"/>
          </a:p>
        </p:txBody>
      </p:sp>
    </p:spTree>
    <p:extLst>
      <p:ext uri="{BB962C8B-B14F-4D97-AF65-F5344CB8AC3E}">
        <p14:creationId xmlns:p14="http://schemas.microsoft.com/office/powerpoint/2010/main" val="4083908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5B52D-C2DD-292C-C5EC-51302A39E940}"/>
              </a:ext>
            </a:extLst>
          </p:cNvPr>
          <p:cNvSpPr>
            <a:spLocks noGrp="1"/>
          </p:cNvSpPr>
          <p:nvPr>
            <p:ph type="title"/>
          </p:nvPr>
        </p:nvSpPr>
        <p:spPr/>
        <p:txBody>
          <a:bodyPr/>
          <a:lstStyle/>
          <a:p>
            <a:r>
              <a:rPr lang="en-US"/>
              <a:t>Click to edit Master title style</a:t>
            </a:r>
            <a:endParaRPr lang="en-150"/>
          </a:p>
        </p:txBody>
      </p:sp>
      <p:sp>
        <p:nvSpPr>
          <p:cNvPr id="3" name="Content Placeholder 2">
            <a:extLst>
              <a:ext uri="{FF2B5EF4-FFF2-40B4-BE49-F238E27FC236}">
                <a16:creationId xmlns:a16="http://schemas.microsoft.com/office/drawing/2014/main" id="{D0BD913C-BEC4-AEC2-3238-B79A41B1D1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Date Placeholder 3">
            <a:extLst>
              <a:ext uri="{FF2B5EF4-FFF2-40B4-BE49-F238E27FC236}">
                <a16:creationId xmlns:a16="http://schemas.microsoft.com/office/drawing/2014/main" id="{EF469124-BD94-C09A-2E23-D78172AC76B7}"/>
              </a:ext>
            </a:extLst>
          </p:cNvPr>
          <p:cNvSpPr>
            <a:spLocks noGrp="1"/>
          </p:cNvSpPr>
          <p:nvPr>
            <p:ph type="dt" sz="half" idx="10"/>
          </p:nvPr>
        </p:nvSpPr>
        <p:spPr/>
        <p:txBody>
          <a:bodyPr/>
          <a:lstStyle/>
          <a:p>
            <a:fld id="{1C0A75EC-59A1-439A-B0EC-F6445662BDBA}" type="datetime1">
              <a:rPr lang="en-US" smtClean="0"/>
              <a:t>4/1/2026</a:t>
            </a:fld>
            <a:endParaRPr lang="en-US"/>
          </a:p>
        </p:txBody>
      </p:sp>
      <p:sp>
        <p:nvSpPr>
          <p:cNvPr id="5" name="Footer Placeholder 4">
            <a:extLst>
              <a:ext uri="{FF2B5EF4-FFF2-40B4-BE49-F238E27FC236}">
                <a16:creationId xmlns:a16="http://schemas.microsoft.com/office/drawing/2014/main" id="{475E46DB-27BF-CF86-E9E0-3B4D5792E0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031591-8E69-62A5-B228-A099FF916BC9}"/>
              </a:ext>
            </a:extLst>
          </p:cNvPr>
          <p:cNvSpPr>
            <a:spLocks noGrp="1"/>
          </p:cNvSpPr>
          <p:nvPr>
            <p:ph type="sldNum" sz="quarter" idx="12"/>
          </p:nvPr>
        </p:nvSpPr>
        <p:spPr/>
        <p:txBody>
          <a:bodyPr/>
          <a:lstStyle/>
          <a:p>
            <a:fld id="{130AC47B-80C8-4C1B-84E9-DE269DE6DDAD}" type="slidenum">
              <a:rPr lang="en-US" smtClean="0"/>
              <a:t>‹#›</a:t>
            </a:fld>
            <a:endParaRPr lang="en-US"/>
          </a:p>
        </p:txBody>
      </p:sp>
    </p:spTree>
    <p:extLst>
      <p:ext uri="{BB962C8B-B14F-4D97-AF65-F5344CB8AC3E}">
        <p14:creationId xmlns:p14="http://schemas.microsoft.com/office/powerpoint/2010/main" val="2408585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48D4D-E25D-FFA1-A17C-78BF82028C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150"/>
          </a:p>
        </p:txBody>
      </p:sp>
      <p:sp>
        <p:nvSpPr>
          <p:cNvPr id="3" name="Text Placeholder 2">
            <a:extLst>
              <a:ext uri="{FF2B5EF4-FFF2-40B4-BE49-F238E27FC236}">
                <a16:creationId xmlns:a16="http://schemas.microsoft.com/office/drawing/2014/main" id="{33C84910-2434-7F85-3424-3CE47A9F31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F96459-F79F-2590-D834-AB1242DBC68E}"/>
              </a:ext>
            </a:extLst>
          </p:cNvPr>
          <p:cNvSpPr>
            <a:spLocks noGrp="1"/>
          </p:cNvSpPr>
          <p:nvPr>
            <p:ph type="dt" sz="half" idx="10"/>
          </p:nvPr>
        </p:nvSpPr>
        <p:spPr/>
        <p:txBody>
          <a:bodyPr/>
          <a:lstStyle/>
          <a:p>
            <a:fld id="{D0AE069D-31FD-4EE3-8401-18931CF38689}" type="datetime1">
              <a:rPr lang="en-US" smtClean="0"/>
              <a:t>4/1/2026</a:t>
            </a:fld>
            <a:endParaRPr lang="en-US"/>
          </a:p>
        </p:txBody>
      </p:sp>
      <p:sp>
        <p:nvSpPr>
          <p:cNvPr id="5" name="Footer Placeholder 4">
            <a:extLst>
              <a:ext uri="{FF2B5EF4-FFF2-40B4-BE49-F238E27FC236}">
                <a16:creationId xmlns:a16="http://schemas.microsoft.com/office/drawing/2014/main" id="{A910B1D4-5191-7B73-7AA8-9E12847C41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F8FBE9-3BD8-5609-950A-2064F4F5D786}"/>
              </a:ext>
            </a:extLst>
          </p:cNvPr>
          <p:cNvSpPr>
            <a:spLocks noGrp="1"/>
          </p:cNvSpPr>
          <p:nvPr>
            <p:ph type="sldNum" sz="quarter" idx="12"/>
          </p:nvPr>
        </p:nvSpPr>
        <p:spPr/>
        <p:txBody>
          <a:bodyPr/>
          <a:lstStyle/>
          <a:p>
            <a:fld id="{130AC47B-80C8-4C1B-84E9-DE269DE6DDAD}" type="slidenum">
              <a:rPr lang="en-US" smtClean="0"/>
              <a:t>‹#›</a:t>
            </a:fld>
            <a:endParaRPr lang="en-US"/>
          </a:p>
        </p:txBody>
      </p:sp>
    </p:spTree>
    <p:extLst>
      <p:ext uri="{BB962C8B-B14F-4D97-AF65-F5344CB8AC3E}">
        <p14:creationId xmlns:p14="http://schemas.microsoft.com/office/powerpoint/2010/main" val="2093394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79958-6A3D-410D-408A-0A6FFB6B7C46}"/>
              </a:ext>
            </a:extLst>
          </p:cNvPr>
          <p:cNvSpPr>
            <a:spLocks noGrp="1"/>
          </p:cNvSpPr>
          <p:nvPr>
            <p:ph type="title"/>
          </p:nvPr>
        </p:nvSpPr>
        <p:spPr/>
        <p:txBody>
          <a:bodyPr/>
          <a:lstStyle/>
          <a:p>
            <a:r>
              <a:rPr lang="en-US"/>
              <a:t>Click to edit Master title style</a:t>
            </a:r>
            <a:endParaRPr lang="en-150"/>
          </a:p>
        </p:txBody>
      </p:sp>
      <p:sp>
        <p:nvSpPr>
          <p:cNvPr id="3" name="Content Placeholder 2">
            <a:extLst>
              <a:ext uri="{FF2B5EF4-FFF2-40B4-BE49-F238E27FC236}">
                <a16:creationId xmlns:a16="http://schemas.microsoft.com/office/drawing/2014/main" id="{ADD5F24C-4120-A7CE-54EF-B51CC1FA9A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Content Placeholder 3">
            <a:extLst>
              <a:ext uri="{FF2B5EF4-FFF2-40B4-BE49-F238E27FC236}">
                <a16:creationId xmlns:a16="http://schemas.microsoft.com/office/drawing/2014/main" id="{28A01260-BC5F-5619-C7CC-0CE94F4590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5" name="Date Placeholder 4">
            <a:extLst>
              <a:ext uri="{FF2B5EF4-FFF2-40B4-BE49-F238E27FC236}">
                <a16:creationId xmlns:a16="http://schemas.microsoft.com/office/drawing/2014/main" id="{06946750-B5D3-275D-66BC-67AB24AD7B41}"/>
              </a:ext>
            </a:extLst>
          </p:cNvPr>
          <p:cNvSpPr>
            <a:spLocks noGrp="1"/>
          </p:cNvSpPr>
          <p:nvPr>
            <p:ph type="dt" sz="half" idx="10"/>
          </p:nvPr>
        </p:nvSpPr>
        <p:spPr/>
        <p:txBody>
          <a:bodyPr/>
          <a:lstStyle/>
          <a:p>
            <a:fld id="{DF13439B-9235-4D40-B122-4C194A2DE758}" type="datetime1">
              <a:rPr lang="en-US" smtClean="0"/>
              <a:t>4/1/2026</a:t>
            </a:fld>
            <a:endParaRPr lang="en-US"/>
          </a:p>
        </p:txBody>
      </p:sp>
      <p:sp>
        <p:nvSpPr>
          <p:cNvPr id="6" name="Footer Placeholder 5">
            <a:extLst>
              <a:ext uri="{FF2B5EF4-FFF2-40B4-BE49-F238E27FC236}">
                <a16:creationId xmlns:a16="http://schemas.microsoft.com/office/drawing/2014/main" id="{7183D14E-16DB-4154-7FCD-C17CC75ED5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AA3E27-575B-6BED-8513-FADB5EE1A0E5}"/>
              </a:ext>
            </a:extLst>
          </p:cNvPr>
          <p:cNvSpPr>
            <a:spLocks noGrp="1"/>
          </p:cNvSpPr>
          <p:nvPr>
            <p:ph type="sldNum" sz="quarter" idx="12"/>
          </p:nvPr>
        </p:nvSpPr>
        <p:spPr/>
        <p:txBody>
          <a:bodyPr/>
          <a:lstStyle/>
          <a:p>
            <a:fld id="{130AC47B-80C8-4C1B-84E9-DE269DE6DDAD}" type="slidenum">
              <a:rPr lang="en-US" smtClean="0"/>
              <a:t>‹#›</a:t>
            </a:fld>
            <a:endParaRPr lang="en-US"/>
          </a:p>
        </p:txBody>
      </p:sp>
    </p:spTree>
    <p:extLst>
      <p:ext uri="{BB962C8B-B14F-4D97-AF65-F5344CB8AC3E}">
        <p14:creationId xmlns:p14="http://schemas.microsoft.com/office/powerpoint/2010/main" val="1840259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B9055-2F8B-B9CC-C7AB-A4C01EB80C4B}"/>
              </a:ext>
            </a:extLst>
          </p:cNvPr>
          <p:cNvSpPr>
            <a:spLocks noGrp="1"/>
          </p:cNvSpPr>
          <p:nvPr>
            <p:ph type="title"/>
          </p:nvPr>
        </p:nvSpPr>
        <p:spPr>
          <a:xfrm>
            <a:off x="839788" y="365125"/>
            <a:ext cx="10515600" cy="1325563"/>
          </a:xfrm>
        </p:spPr>
        <p:txBody>
          <a:bodyPr/>
          <a:lstStyle/>
          <a:p>
            <a:r>
              <a:rPr lang="en-US"/>
              <a:t>Click to edit Master title style</a:t>
            </a:r>
            <a:endParaRPr lang="en-150"/>
          </a:p>
        </p:txBody>
      </p:sp>
      <p:sp>
        <p:nvSpPr>
          <p:cNvPr id="3" name="Text Placeholder 2">
            <a:extLst>
              <a:ext uri="{FF2B5EF4-FFF2-40B4-BE49-F238E27FC236}">
                <a16:creationId xmlns:a16="http://schemas.microsoft.com/office/drawing/2014/main" id="{41D0854E-D2D7-2E61-C959-AEB61FC816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A63FBF-BBDB-5EAE-321F-6CA66DB664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5" name="Text Placeholder 4">
            <a:extLst>
              <a:ext uri="{FF2B5EF4-FFF2-40B4-BE49-F238E27FC236}">
                <a16:creationId xmlns:a16="http://schemas.microsoft.com/office/drawing/2014/main" id="{9DD6DA31-E8E5-51D5-62B0-492A92E412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56D731-69C8-D926-265F-C83713899D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7" name="Date Placeholder 6">
            <a:extLst>
              <a:ext uri="{FF2B5EF4-FFF2-40B4-BE49-F238E27FC236}">
                <a16:creationId xmlns:a16="http://schemas.microsoft.com/office/drawing/2014/main" id="{572794E0-020F-CECA-9F43-8A688BA91789}"/>
              </a:ext>
            </a:extLst>
          </p:cNvPr>
          <p:cNvSpPr>
            <a:spLocks noGrp="1"/>
          </p:cNvSpPr>
          <p:nvPr>
            <p:ph type="dt" sz="half" idx="10"/>
          </p:nvPr>
        </p:nvSpPr>
        <p:spPr/>
        <p:txBody>
          <a:bodyPr/>
          <a:lstStyle/>
          <a:p>
            <a:fld id="{1D14EA79-EB0D-4A5F-BFEB-F7DC3CA9B8F6}" type="datetime1">
              <a:rPr lang="en-US" smtClean="0"/>
              <a:t>4/1/2026</a:t>
            </a:fld>
            <a:endParaRPr lang="en-US"/>
          </a:p>
        </p:txBody>
      </p:sp>
      <p:sp>
        <p:nvSpPr>
          <p:cNvPr id="8" name="Footer Placeholder 7">
            <a:extLst>
              <a:ext uri="{FF2B5EF4-FFF2-40B4-BE49-F238E27FC236}">
                <a16:creationId xmlns:a16="http://schemas.microsoft.com/office/drawing/2014/main" id="{E970878F-48F5-23BD-435C-2646A8D71A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64E2AF-4A2E-1623-BDCF-277242DA0204}"/>
              </a:ext>
            </a:extLst>
          </p:cNvPr>
          <p:cNvSpPr>
            <a:spLocks noGrp="1"/>
          </p:cNvSpPr>
          <p:nvPr>
            <p:ph type="sldNum" sz="quarter" idx="12"/>
          </p:nvPr>
        </p:nvSpPr>
        <p:spPr/>
        <p:txBody>
          <a:bodyPr/>
          <a:lstStyle/>
          <a:p>
            <a:fld id="{130AC47B-80C8-4C1B-84E9-DE269DE6DDAD}" type="slidenum">
              <a:rPr lang="en-US" smtClean="0"/>
              <a:t>‹#›</a:t>
            </a:fld>
            <a:endParaRPr lang="en-US"/>
          </a:p>
        </p:txBody>
      </p:sp>
    </p:spTree>
    <p:extLst>
      <p:ext uri="{BB962C8B-B14F-4D97-AF65-F5344CB8AC3E}">
        <p14:creationId xmlns:p14="http://schemas.microsoft.com/office/powerpoint/2010/main" val="2415048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7881A-9E39-5F6D-F5F6-94071FC3DE1E}"/>
              </a:ext>
            </a:extLst>
          </p:cNvPr>
          <p:cNvSpPr>
            <a:spLocks noGrp="1"/>
          </p:cNvSpPr>
          <p:nvPr>
            <p:ph type="title"/>
          </p:nvPr>
        </p:nvSpPr>
        <p:spPr/>
        <p:txBody>
          <a:bodyPr/>
          <a:lstStyle/>
          <a:p>
            <a:r>
              <a:rPr lang="en-US"/>
              <a:t>Click to edit Master title style</a:t>
            </a:r>
            <a:endParaRPr lang="en-150"/>
          </a:p>
        </p:txBody>
      </p:sp>
      <p:sp>
        <p:nvSpPr>
          <p:cNvPr id="3" name="Date Placeholder 2">
            <a:extLst>
              <a:ext uri="{FF2B5EF4-FFF2-40B4-BE49-F238E27FC236}">
                <a16:creationId xmlns:a16="http://schemas.microsoft.com/office/drawing/2014/main" id="{F5509CD4-058E-87BC-62D7-F27CB265E51F}"/>
              </a:ext>
            </a:extLst>
          </p:cNvPr>
          <p:cNvSpPr>
            <a:spLocks noGrp="1"/>
          </p:cNvSpPr>
          <p:nvPr>
            <p:ph type="dt" sz="half" idx="10"/>
          </p:nvPr>
        </p:nvSpPr>
        <p:spPr/>
        <p:txBody>
          <a:bodyPr/>
          <a:lstStyle/>
          <a:p>
            <a:fld id="{C0B67341-F8C9-4F30-AB1B-EFE81C656069}" type="datetime1">
              <a:rPr lang="en-US" smtClean="0"/>
              <a:t>4/1/2026</a:t>
            </a:fld>
            <a:endParaRPr lang="en-US"/>
          </a:p>
        </p:txBody>
      </p:sp>
      <p:sp>
        <p:nvSpPr>
          <p:cNvPr id="4" name="Footer Placeholder 3">
            <a:extLst>
              <a:ext uri="{FF2B5EF4-FFF2-40B4-BE49-F238E27FC236}">
                <a16:creationId xmlns:a16="http://schemas.microsoft.com/office/drawing/2014/main" id="{4705442C-0117-F40E-8676-49C88B5982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BA70B8-D73F-DC4D-23C1-168DA4CAD487}"/>
              </a:ext>
            </a:extLst>
          </p:cNvPr>
          <p:cNvSpPr>
            <a:spLocks noGrp="1"/>
          </p:cNvSpPr>
          <p:nvPr>
            <p:ph type="sldNum" sz="quarter" idx="12"/>
          </p:nvPr>
        </p:nvSpPr>
        <p:spPr/>
        <p:txBody>
          <a:bodyPr/>
          <a:lstStyle/>
          <a:p>
            <a:fld id="{130AC47B-80C8-4C1B-84E9-DE269DE6DDAD}" type="slidenum">
              <a:rPr lang="en-US" smtClean="0"/>
              <a:t>‹#›</a:t>
            </a:fld>
            <a:endParaRPr lang="en-US"/>
          </a:p>
        </p:txBody>
      </p:sp>
    </p:spTree>
    <p:extLst>
      <p:ext uri="{BB962C8B-B14F-4D97-AF65-F5344CB8AC3E}">
        <p14:creationId xmlns:p14="http://schemas.microsoft.com/office/powerpoint/2010/main" val="554356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9E2E72-4429-7E04-69A7-997F076BBCBB}"/>
              </a:ext>
            </a:extLst>
          </p:cNvPr>
          <p:cNvSpPr>
            <a:spLocks noGrp="1"/>
          </p:cNvSpPr>
          <p:nvPr>
            <p:ph type="dt" sz="half" idx="10"/>
          </p:nvPr>
        </p:nvSpPr>
        <p:spPr/>
        <p:txBody>
          <a:bodyPr/>
          <a:lstStyle/>
          <a:p>
            <a:fld id="{F821853B-1ACB-4665-B898-9D6D227D8A72}" type="datetime1">
              <a:rPr lang="en-US" smtClean="0"/>
              <a:t>4/1/2026</a:t>
            </a:fld>
            <a:endParaRPr lang="en-US"/>
          </a:p>
        </p:txBody>
      </p:sp>
      <p:sp>
        <p:nvSpPr>
          <p:cNvPr id="3" name="Footer Placeholder 2">
            <a:extLst>
              <a:ext uri="{FF2B5EF4-FFF2-40B4-BE49-F238E27FC236}">
                <a16:creationId xmlns:a16="http://schemas.microsoft.com/office/drawing/2014/main" id="{68298115-5BAA-D5AE-3055-9D61E1C41C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8A7257-63E8-8257-9F81-94CEC59D052A}"/>
              </a:ext>
            </a:extLst>
          </p:cNvPr>
          <p:cNvSpPr>
            <a:spLocks noGrp="1"/>
          </p:cNvSpPr>
          <p:nvPr>
            <p:ph type="sldNum" sz="quarter" idx="12"/>
          </p:nvPr>
        </p:nvSpPr>
        <p:spPr/>
        <p:txBody>
          <a:bodyPr/>
          <a:lstStyle/>
          <a:p>
            <a:fld id="{130AC47B-80C8-4C1B-84E9-DE269DE6DDAD}" type="slidenum">
              <a:rPr lang="en-US" smtClean="0"/>
              <a:t>‹#›</a:t>
            </a:fld>
            <a:endParaRPr lang="en-US"/>
          </a:p>
        </p:txBody>
      </p:sp>
    </p:spTree>
    <p:extLst>
      <p:ext uri="{BB962C8B-B14F-4D97-AF65-F5344CB8AC3E}">
        <p14:creationId xmlns:p14="http://schemas.microsoft.com/office/powerpoint/2010/main" val="858957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1A2A4-30A1-B751-5E92-D08A19E0B8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150"/>
          </a:p>
        </p:txBody>
      </p:sp>
      <p:sp>
        <p:nvSpPr>
          <p:cNvPr id="3" name="Content Placeholder 2">
            <a:extLst>
              <a:ext uri="{FF2B5EF4-FFF2-40B4-BE49-F238E27FC236}">
                <a16:creationId xmlns:a16="http://schemas.microsoft.com/office/drawing/2014/main" id="{4AAFCEEB-323A-53E7-04A4-325C3B7273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Text Placeholder 3">
            <a:extLst>
              <a:ext uri="{FF2B5EF4-FFF2-40B4-BE49-F238E27FC236}">
                <a16:creationId xmlns:a16="http://schemas.microsoft.com/office/drawing/2014/main" id="{0F2EA874-0472-5DCA-C0E5-7C7D7CD4DC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C2AE6B-70D1-804F-D1A1-A6E9AB23C827}"/>
              </a:ext>
            </a:extLst>
          </p:cNvPr>
          <p:cNvSpPr>
            <a:spLocks noGrp="1"/>
          </p:cNvSpPr>
          <p:nvPr>
            <p:ph type="dt" sz="half" idx="10"/>
          </p:nvPr>
        </p:nvSpPr>
        <p:spPr/>
        <p:txBody>
          <a:bodyPr/>
          <a:lstStyle/>
          <a:p>
            <a:fld id="{C26128E2-E8E2-4F4B-88FD-E0DDB37A26C3}" type="datetime1">
              <a:rPr lang="en-US" smtClean="0"/>
              <a:t>4/1/2026</a:t>
            </a:fld>
            <a:endParaRPr lang="en-US"/>
          </a:p>
        </p:txBody>
      </p:sp>
      <p:sp>
        <p:nvSpPr>
          <p:cNvPr id="6" name="Footer Placeholder 5">
            <a:extLst>
              <a:ext uri="{FF2B5EF4-FFF2-40B4-BE49-F238E27FC236}">
                <a16:creationId xmlns:a16="http://schemas.microsoft.com/office/drawing/2014/main" id="{905D0156-46ED-C9F7-B037-04AE101D62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63A088-8368-7948-A940-371EB4424A27}"/>
              </a:ext>
            </a:extLst>
          </p:cNvPr>
          <p:cNvSpPr>
            <a:spLocks noGrp="1"/>
          </p:cNvSpPr>
          <p:nvPr>
            <p:ph type="sldNum" sz="quarter" idx="12"/>
          </p:nvPr>
        </p:nvSpPr>
        <p:spPr/>
        <p:txBody>
          <a:bodyPr/>
          <a:lstStyle/>
          <a:p>
            <a:fld id="{130AC47B-80C8-4C1B-84E9-DE269DE6DDAD}" type="slidenum">
              <a:rPr lang="en-US" smtClean="0"/>
              <a:t>‹#›</a:t>
            </a:fld>
            <a:endParaRPr lang="en-US"/>
          </a:p>
        </p:txBody>
      </p:sp>
    </p:spTree>
    <p:extLst>
      <p:ext uri="{BB962C8B-B14F-4D97-AF65-F5344CB8AC3E}">
        <p14:creationId xmlns:p14="http://schemas.microsoft.com/office/powerpoint/2010/main" val="4117027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8E4E8-357F-CD17-36A6-1A57F3DB87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150"/>
          </a:p>
        </p:txBody>
      </p:sp>
      <p:sp>
        <p:nvSpPr>
          <p:cNvPr id="3" name="Picture Placeholder 2">
            <a:extLst>
              <a:ext uri="{FF2B5EF4-FFF2-40B4-BE49-F238E27FC236}">
                <a16:creationId xmlns:a16="http://schemas.microsoft.com/office/drawing/2014/main" id="{00553E76-62CD-D6F2-1857-5907BED8D8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150"/>
          </a:p>
        </p:txBody>
      </p:sp>
      <p:sp>
        <p:nvSpPr>
          <p:cNvPr id="4" name="Text Placeholder 3">
            <a:extLst>
              <a:ext uri="{FF2B5EF4-FFF2-40B4-BE49-F238E27FC236}">
                <a16:creationId xmlns:a16="http://schemas.microsoft.com/office/drawing/2014/main" id="{8C254EF3-7C1D-A909-03E2-2F7C4217F2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A2823E-2BF4-26CC-332C-42B387AF6380}"/>
              </a:ext>
            </a:extLst>
          </p:cNvPr>
          <p:cNvSpPr>
            <a:spLocks noGrp="1"/>
          </p:cNvSpPr>
          <p:nvPr>
            <p:ph type="dt" sz="half" idx="10"/>
          </p:nvPr>
        </p:nvSpPr>
        <p:spPr/>
        <p:txBody>
          <a:bodyPr/>
          <a:lstStyle/>
          <a:p>
            <a:fld id="{CD9155F2-62BF-49C2-A333-F14B6686EA9B}" type="datetime1">
              <a:rPr lang="en-US" smtClean="0"/>
              <a:t>4/1/2026</a:t>
            </a:fld>
            <a:endParaRPr lang="en-US"/>
          </a:p>
        </p:txBody>
      </p:sp>
      <p:sp>
        <p:nvSpPr>
          <p:cNvPr id="6" name="Footer Placeholder 5">
            <a:extLst>
              <a:ext uri="{FF2B5EF4-FFF2-40B4-BE49-F238E27FC236}">
                <a16:creationId xmlns:a16="http://schemas.microsoft.com/office/drawing/2014/main" id="{0FCB8A27-9A7C-D151-6AA6-B1BD80C81B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EC4C74-C172-EDF7-3A35-D363364FA13B}"/>
              </a:ext>
            </a:extLst>
          </p:cNvPr>
          <p:cNvSpPr>
            <a:spLocks noGrp="1"/>
          </p:cNvSpPr>
          <p:nvPr>
            <p:ph type="sldNum" sz="quarter" idx="12"/>
          </p:nvPr>
        </p:nvSpPr>
        <p:spPr/>
        <p:txBody>
          <a:bodyPr/>
          <a:lstStyle/>
          <a:p>
            <a:fld id="{130AC47B-80C8-4C1B-84E9-DE269DE6DDAD}" type="slidenum">
              <a:rPr lang="en-US" smtClean="0"/>
              <a:t>‹#›</a:t>
            </a:fld>
            <a:endParaRPr lang="en-US"/>
          </a:p>
        </p:txBody>
      </p:sp>
    </p:spTree>
    <p:extLst>
      <p:ext uri="{BB962C8B-B14F-4D97-AF65-F5344CB8AC3E}">
        <p14:creationId xmlns:p14="http://schemas.microsoft.com/office/powerpoint/2010/main" val="4020122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966C4-DB09-F34E-8BD0-C96A4930B556}"/>
              </a:ext>
            </a:extLst>
          </p:cNvPr>
          <p:cNvSpPr>
            <a:spLocks noGrp="1"/>
          </p:cNvSpPr>
          <p:nvPr>
            <p:ph type="title"/>
          </p:nvPr>
        </p:nvSpPr>
        <p:spPr/>
        <p:txBody>
          <a:bodyPr/>
          <a:lstStyle/>
          <a:p>
            <a:r>
              <a:rPr lang="en-US"/>
              <a:t>Click to edit Master title style</a:t>
            </a:r>
            <a:endParaRPr lang="en-150"/>
          </a:p>
        </p:txBody>
      </p:sp>
      <p:sp>
        <p:nvSpPr>
          <p:cNvPr id="3" name="Vertical Text Placeholder 2">
            <a:extLst>
              <a:ext uri="{FF2B5EF4-FFF2-40B4-BE49-F238E27FC236}">
                <a16:creationId xmlns:a16="http://schemas.microsoft.com/office/drawing/2014/main" id="{D09B6628-29F9-9733-0F0A-50150C1124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Date Placeholder 3">
            <a:extLst>
              <a:ext uri="{FF2B5EF4-FFF2-40B4-BE49-F238E27FC236}">
                <a16:creationId xmlns:a16="http://schemas.microsoft.com/office/drawing/2014/main" id="{C074ADE4-2DE6-0326-D2EC-86CD6D2DF2C5}"/>
              </a:ext>
            </a:extLst>
          </p:cNvPr>
          <p:cNvSpPr>
            <a:spLocks noGrp="1"/>
          </p:cNvSpPr>
          <p:nvPr>
            <p:ph type="dt" sz="half" idx="10"/>
          </p:nvPr>
        </p:nvSpPr>
        <p:spPr/>
        <p:txBody>
          <a:bodyPr/>
          <a:lstStyle/>
          <a:p>
            <a:fld id="{FD711440-863C-4C53-B9E9-00DDE2242859}" type="datetime1">
              <a:rPr lang="en-US" smtClean="0"/>
              <a:t>4/1/2026</a:t>
            </a:fld>
            <a:endParaRPr lang="en-US"/>
          </a:p>
        </p:txBody>
      </p:sp>
      <p:sp>
        <p:nvSpPr>
          <p:cNvPr id="5" name="Footer Placeholder 4">
            <a:extLst>
              <a:ext uri="{FF2B5EF4-FFF2-40B4-BE49-F238E27FC236}">
                <a16:creationId xmlns:a16="http://schemas.microsoft.com/office/drawing/2014/main" id="{64C90836-8016-0157-84E3-010445F123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229321-28E4-3652-9260-E03498AC4B31}"/>
              </a:ext>
            </a:extLst>
          </p:cNvPr>
          <p:cNvSpPr>
            <a:spLocks noGrp="1"/>
          </p:cNvSpPr>
          <p:nvPr>
            <p:ph type="sldNum" sz="quarter" idx="12"/>
          </p:nvPr>
        </p:nvSpPr>
        <p:spPr/>
        <p:txBody>
          <a:bodyPr/>
          <a:lstStyle/>
          <a:p>
            <a:fld id="{130AC47B-80C8-4C1B-84E9-DE269DE6DDAD}" type="slidenum">
              <a:rPr lang="en-US" smtClean="0"/>
              <a:t>‹#›</a:t>
            </a:fld>
            <a:endParaRPr lang="en-US"/>
          </a:p>
        </p:txBody>
      </p:sp>
    </p:spTree>
    <p:extLst>
      <p:ext uri="{BB962C8B-B14F-4D97-AF65-F5344CB8AC3E}">
        <p14:creationId xmlns:p14="http://schemas.microsoft.com/office/powerpoint/2010/main" val="198849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99CD87-F81C-84F9-B0F6-8215A914D5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150"/>
          </a:p>
        </p:txBody>
      </p:sp>
      <p:sp>
        <p:nvSpPr>
          <p:cNvPr id="3" name="Vertical Text Placeholder 2">
            <a:extLst>
              <a:ext uri="{FF2B5EF4-FFF2-40B4-BE49-F238E27FC236}">
                <a16:creationId xmlns:a16="http://schemas.microsoft.com/office/drawing/2014/main" id="{9200DE1B-E9D6-ED2B-31D1-5AC4E32118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Date Placeholder 3">
            <a:extLst>
              <a:ext uri="{FF2B5EF4-FFF2-40B4-BE49-F238E27FC236}">
                <a16:creationId xmlns:a16="http://schemas.microsoft.com/office/drawing/2014/main" id="{5AC6D599-BD5C-A8B2-156B-7481F9874A3E}"/>
              </a:ext>
            </a:extLst>
          </p:cNvPr>
          <p:cNvSpPr>
            <a:spLocks noGrp="1"/>
          </p:cNvSpPr>
          <p:nvPr>
            <p:ph type="dt" sz="half" idx="10"/>
          </p:nvPr>
        </p:nvSpPr>
        <p:spPr/>
        <p:txBody>
          <a:bodyPr/>
          <a:lstStyle/>
          <a:p>
            <a:fld id="{7603F3D9-8BDD-41DE-9BF9-9F893CA89442}" type="datetime1">
              <a:rPr lang="en-US" smtClean="0"/>
              <a:t>4/1/2026</a:t>
            </a:fld>
            <a:endParaRPr lang="en-US"/>
          </a:p>
        </p:txBody>
      </p:sp>
      <p:sp>
        <p:nvSpPr>
          <p:cNvPr id="5" name="Footer Placeholder 4">
            <a:extLst>
              <a:ext uri="{FF2B5EF4-FFF2-40B4-BE49-F238E27FC236}">
                <a16:creationId xmlns:a16="http://schemas.microsoft.com/office/drawing/2014/main" id="{CEA31341-9A8C-6930-176D-1882BD7C3E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8A3B66-97EE-DCF3-A52F-5CD75BEF2E8B}"/>
              </a:ext>
            </a:extLst>
          </p:cNvPr>
          <p:cNvSpPr>
            <a:spLocks noGrp="1"/>
          </p:cNvSpPr>
          <p:nvPr>
            <p:ph type="sldNum" sz="quarter" idx="12"/>
          </p:nvPr>
        </p:nvSpPr>
        <p:spPr/>
        <p:txBody>
          <a:bodyPr/>
          <a:lstStyle/>
          <a:p>
            <a:fld id="{130AC47B-80C8-4C1B-84E9-DE269DE6DDAD}" type="slidenum">
              <a:rPr lang="en-US" smtClean="0"/>
              <a:t>‹#›</a:t>
            </a:fld>
            <a:endParaRPr lang="en-US"/>
          </a:p>
        </p:txBody>
      </p:sp>
    </p:spTree>
    <p:extLst>
      <p:ext uri="{BB962C8B-B14F-4D97-AF65-F5344CB8AC3E}">
        <p14:creationId xmlns:p14="http://schemas.microsoft.com/office/powerpoint/2010/main" val="2210925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B066F1-001E-FD42-144B-D9CF548BC4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150"/>
          </a:p>
        </p:txBody>
      </p:sp>
      <p:sp>
        <p:nvSpPr>
          <p:cNvPr id="3" name="Text Placeholder 2">
            <a:extLst>
              <a:ext uri="{FF2B5EF4-FFF2-40B4-BE49-F238E27FC236}">
                <a16:creationId xmlns:a16="http://schemas.microsoft.com/office/drawing/2014/main" id="{3409F49E-CF61-A266-CEE8-00C84A2A59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Date Placeholder 3">
            <a:extLst>
              <a:ext uri="{FF2B5EF4-FFF2-40B4-BE49-F238E27FC236}">
                <a16:creationId xmlns:a16="http://schemas.microsoft.com/office/drawing/2014/main" id="{BBD36F95-DC34-2D40-CFAB-E23ED6F60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46DAC60-9B20-4796-A24C-D7E3DA1B88B1}" type="datetime1">
              <a:rPr lang="en-US" smtClean="0"/>
              <a:t>4/1/2026</a:t>
            </a:fld>
            <a:endParaRPr lang="en-US"/>
          </a:p>
        </p:txBody>
      </p:sp>
      <p:sp>
        <p:nvSpPr>
          <p:cNvPr id="5" name="Footer Placeholder 4">
            <a:extLst>
              <a:ext uri="{FF2B5EF4-FFF2-40B4-BE49-F238E27FC236}">
                <a16:creationId xmlns:a16="http://schemas.microsoft.com/office/drawing/2014/main" id="{61B9D532-77C2-F2B5-6302-C95E2716F0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57B3C78-0E81-8078-4959-742B286FB3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0AC47B-80C8-4C1B-84E9-DE269DE6DDAD}" type="slidenum">
              <a:rPr lang="en-US" smtClean="0"/>
              <a:t>‹#›</a:t>
            </a:fld>
            <a:endParaRPr lang="en-US"/>
          </a:p>
        </p:txBody>
      </p:sp>
    </p:spTree>
    <p:extLst>
      <p:ext uri="{BB962C8B-B14F-4D97-AF65-F5344CB8AC3E}">
        <p14:creationId xmlns:p14="http://schemas.microsoft.com/office/powerpoint/2010/main" val="2129297141"/>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26EC26-E04F-B930-7215-3BABD6445597}"/>
              </a:ext>
            </a:extLst>
          </p:cNvPr>
          <p:cNvSpPr>
            <a:spLocks noGrp="1"/>
          </p:cNvSpPr>
          <p:nvPr>
            <p:ph type="title"/>
          </p:nvPr>
        </p:nvSpPr>
        <p:spPr>
          <a:xfrm>
            <a:off x="1093309" y="291133"/>
            <a:ext cx="10005382" cy="1199339"/>
          </a:xfrm>
        </p:spPr>
        <p:txBody>
          <a:bodyPr>
            <a:norm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Software Engineering</a:t>
            </a:r>
            <a:br>
              <a:rPr lang="en-US" sz="2800" b="1" dirty="0">
                <a:latin typeface="Calibri" panose="020F0502020204030204" pitchFamily="34" charset="0"/>
                <a:ea typeface="Calibri" panose="020F0502020204030204" pitchFamily="34" charset="0"/>
                <a:cs typeface="Calibri" panose="020F0502020204030204" pitchFamily="34" charset="0"/>
              </a:rPr>
            </a:br>
            <a:r>
              <a:rPr lang="en-US" sz="2800" b="1" dirty="0">
                <a:latin typeface="Calibri" panose="020F0502020204030204" pitchFamily="34" charset="0"/>
                <a:ea typeface="Calibri" panose="020F0502020204030204" pitchFamily="34" charset="0"/>
                <a:cs typeface="Calibri" panose="020F0502020204030204" pitchFamily="34" charset="0"/>
              </a:rPr>
              <a:t>Damir Dobric / Andreas Pech</a:t>
            </a:r>
            <a:endParaRPr lang="en-DE" sz="28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A8D237CA-6A09-4366-56C2-2B4B4D97E2C4}"/>
              </a:ext>
            </a:extLst>
          </p:cNvPr>
          <p:cNvSpPr>
            <a:spLocks noGrp="1"/>
          </p:cNvSpPr>
          <p:nvPr>
            <p:ph idx="1"/>
          </p:nvPr>
        </p:nvSpPr>
        <p:spPr>
          <a:xfrm>
            <a:off x="1093310" y="1337151"/>
            <a:ext cx="10005382" cy="5120640"/>
          </a:xfrm>
        </p:spPr>
        <p:txBody>
          <a:bodyPr>
            <a:normAutofit fontScale="92500" lnSpcReduction="20000"/>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lgn="ctr">
              <a:buNone/>
            </a:pPr>
            <a:r>
              <a:rPr lang="en-US" b="1" dirty="0">
                <a:latin typeface="Calibri" panose="020F0502020204030204" pitchFamily="34" charset="0"/>
                <a:ea typeface="Calibri" panose="020F0502020204030204" pitchFamily="34" charset="0"/>
                <a:cs typeface="Calibri" panose="020F0502020204030204" pitchFamily="34" charset="0"/>
              </a:rPr>
              <a:t>Presentation</a:t>
            </a:r>
            <a:r>
              <a:rPr lang="en-US" b="1" dirty="0">
                <a:latin typeface="Times New Roman" panose="02020603050405020304" pitchFamily="18" charset="0"/>
                <a:cs typeface="Times New Roman" panose="02020603050405020304" pitchFamily="18" charset="0"/>
              </a:rPr>
              <a:t> on </a:t>
            </a:r>
          </a:p>
          <a:p>
            <a:pPr marL="0" indent="0" algn="ctr">
              <a:buNone/>
            </a:pPr>
            <a:r>
              <a:rPr lang="en-US" b="1" dirty="0">
                <a:latin typeface="Calibri" panose="020F0502020204030204" pitchFamily="34" charset="0"/>
                <a:ea typeface="Calibri" panose="020F0502020204030204" pitchFamily="34" charset="0"/>
                <a:cs typeface="Calibri" panose="020F0502020204030204" pitchFamily="34" charset="0"/>
              </a:rPr>
              <a:t>ML-25-26-05-Python-Code-Tool-Interpreter-for-Chart-Creation</a:t>
            </a:r>
          </a:p>
          <a:p>
            <a:pPr marL="0" indent="0" algn="ctr">
              <a:lnSpc>
                <a:spcPct val="160000"/>
              </a:lnSpc>
              <a:buNone/>
            </a:pPr>
            <a:r>
              <a:rPr lang="en-US" sz="2400" dirty="0">
                <a:latin typeface="Calibri" panose="020F0502020204030204" pitchFamily="34" charset="0"/>
                <a:ea typeface="Calibri" panose="020F0502020204030204" pitchFamily="34" charset="0"/>
                <a:cs typeface="Calibri" panose="020F0502020204030204" pitchFamily="34" charset="0"/>
              </a:rPr>
              <a:t>Team Name: FileForge</a:t>
            </a:r>
          </a:p>
          <a:p>
            <a:pPr marL="0" indent="0" algn="ctr">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lgn="ctr">
              <a:buNone/>
            </a:pPr>
            <a:endParaRPr lang="en-US" sz="2400" dirty="0">
              <a:latin typeface="Times New Roman" panose="02020603050405020304" pitchFamily="18" charset="0"/>
              <a:cs typeface="Times New Roman" panose="02020603050405020304" pitchFamily="18" charset="0"/>
            </a:endParaRPr>
          </a:p>
          <a:p>
            <a:pPr marL="0" indent="0">
              <a:buNone/>
            </a:pPr>
            <a:endParaRPr lang="en-US" dirty="0"/>
          </a:p>
          <a:p>
            <a:pPr marL="0" indent="0">
              <a:buNone/>
            </a:pPr>
            <a:endParaRPr lang="en-US" dirty="0"/>
          </a:p>
          <a:p>
            <a:pPr marL="0" indent="0">
              <a:buNone/>
            </a:pPr>
            <a:br>
              <a:rPr lang="en-US" dirty="0"/>
            </a:br>
            <a:br>
              <a:rPr lang="en-US" dirty="0"/>
            </a:br>
            <a:br>
              <a:rPr lang="en-US" dirty="0"/>
            </a:br>
            <a:br>
              <a:rPr lang="en-US" sz="1900" dirty="0">
                <a:latin typeface="Calibri" panose="020F0502020204030204" pitchFamily="34" charset="0"/>
                <a:ea typeface="Calibri" panose="020F0502020204030204" pitchFamily="34" charset="0"/>
                <a:cs typeface="Calibri" panose="020F0502020204030204" pitchFamily="34" charset="0"/>
              </a:rPr>
            </a:br>
            <a:r>
              <a:rPr lang="en-US" sz="1900" dirty="0">
                <a:latin typeface="Calibri" panose="020F0502020204030204" pitchFamily="34" charset="0"/>
                <a:ea typeface="Calibri" panose="020F0502020204030204" pitchFamily="34" charset="0"/>
                <a:cs typeface="Calibri" panose="020F0502020204030204" pitchFamily="34" charset="0"/>
              </a:rPr>
              <a:t>Date: 29/03/2026</a:t>
            </a:r>
          </a:p>
        </p:txBody>
      </p:sp>
      <p:pic>
        <p:nvPicPr>
          <p:cNvPr id="4" name="Picture 3">
            <a:extLst>
              <a:ext uri="{FF2B5EF4-FFF2-40B4-BE49-F238E27FC236}">
                <a16:creationId xmlns:a16="http://schemas.microsoft.com/office/drawing/2014/main" id="{0EE54076-E2D5-7F9C-CA16-E2FE2CBFF18E}"/>
              </a:ext>
            </a:extLst>
          </p:cNvPr>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9854048" y="172261"/>
            <a:ext cx="2016370" cy="1062110"/>
          </a:xfrm>
          <a:prstGeom prst="rect">
            <a:avLst/>
          </a:prstGeom>
          <a:effectLst/>
        </p:spPr>
      </p:pic>
      <p:sp>
        <p:nvSpPr>
          <p:cNvPr id="5" name="TextBox 4">
            <a:extLst>
              <a:ext uri="{FF2B5EF4-FFF2-40B4-BE49-F238E27FC236}">
                <a16:creationId xmlns:a16="http://schemas.microsoft.com/office/drawing/2014/main" id="{D0037516-E5EA-3533-72A8-8AEC193731C2}"/>
              </a:ext>
            </a:extLst>
          </p:cNvPr>
          <p:cNvSpPr txBox="1"/>
          <p:nvPr/>
        </p:nvSpPr>
        <p:spPr>
          <a:xfrm>
            <a:off x="79217" y="6503580"/>
            <a:ext cx="8005527" cy="246221"/>
          </a:xfrm>
          <a:prstGeom prst="rect">
            <a:avLst/>
          </a:prstGeom>
          <a:noFill/>
        </p:spPr>
        <p:txBody>
          <a:bodyPr wrap="square">
            <a:spAutoFit/>
          </a:bodyPr>
          <a:lstStyle/>
          <a:p>
            <a:pPr>
              <a:spcAft>
                <a:spcPts val="600"/>
              </a:spcAft>
            </a:pPr>
            <a:r>
              <a:rPr lang="en" sz="1000" dirty="0">
                <a:latin typeface="Calibri" panose="020F0502020204030204" pitchFamily="34" charset="0"/>
                <a:ea typeface="Calibri" panose="020F0502020204030204" pitchFamily="34" charset="0"/>
                <a:cs typeface="Calibri" panose="020F0502020204030204" pitchFamily="34" charset="0"/>
                <a:sym typeface="Lato"/>
              </a:rPr>
              <a:t>M.Eng. Information Technology WS25-26 / </a:t>
            </a:r>
            <a:r>
              <a:rPr lang="en-US" sz="1000" dirty="0">
                <a:latin typeface="Calibri" panose="020F0502020204030204" pitchFamily="34" charset="0"/>
                <a:ea typeface="Calibri" panose="020F0502020204030204" pitchFamily="34" charset="0"/>
                <a:cs typeface="Calibri" panose="020F0502020204030204" pitchFamily="34" charset="0"/>
              </a:rPr>
              <a:t>Damir Dobric &amp; Andreas Pech </a:t>
            </a:r>
            <a:r>
              <a:rPr lang="en" sz="1000" dirty="0">
                <a:latin typeface="Calibri" panose="020F0502020204030204" pitchFamily="34" charset="0"/>
                <a:ea typeface="Calibri" panose="020F0502020204030204" pitchFamily="34" charset="0"/>
                <a:cs typeface="Calibri" panose="020F0502020204030204" pitchFamily="34" charset="0"/>
                <a:sym typeface="Lato"/>
              </a:rPr>
              <a:t>/ </a:t>
            </a:r>
            <a:r>
              <a:rPr lang="en-US" sz="1000" dirty="0">
                <a:latin typeface="Calibri" panose="020F0502020204030204" pitchFamily="34" charset="0"/>
                <a:ea typeface="Calibri" panose="020F0502020204030204" pitchFamily="34" charset="0"/>
                <a:cs typeface="Calibri" panose="020F0502020204030204" pitchFamily="34" charset="0"/>
              </a:rPr>
              <a:t>Module Software Engineering</a:t>
            </a:r>
          </a:p>
        </p:txBody>
      </p:sp>
      <p:graphicFrame>
        <p:nvGraphicFramePr>
          <p:cNvPr id="2" name="Table 1">
            <a:extLst>
              <a:ext uri="{FF2B5EF4-FFF2-40B4-BE49-F238E27FC236}">
                <a16:creationId xmlns:a16="http://schemas.microsoft.com/office/drawing/2014/main" id="{0BE53EDA-5310-2AC0-E0C8-70DD00E7B661}"/>
              </a:ext>
            </a:extLst>
          </p:cNvPr>
          <p:cNvGraphicFramePr>
            <a:graphicFrameLocks noGrp="1"/>
          </p:cNvGraphicFramePr>
          <p:nvPr>
            <p:extLst>
              <p:ext uri="{D42A27DB-BD31-4B8C-83A1-F6EECF244321}">
                <p14:modId xmlns:p14="http://schemas.microsoft.com/office/powerpoint/2010/main" val="2475940365"/>
              </p:ext>
            </p:extLst>
          </p:nvPr>
        </p:nvGraphicFramePr>
        <p:xfrm>
          <a:off x="2032000" y="3979767"/>
          <a:ext cx="8128000" cy="1280160"/>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954008309"/>
                    </a:ext>
                  </a:extLst>
                </a:gridCol>
                <a:gridCol w="4064000">
                  <a:extLst>
                    <a:ext uri="{9D8B030D-6E8A-4147-A177-3AD203B41FA5}">
                      <a16:colId xmlns:a16="http://schemas.microsoft.com/office/drawing/2014/main" val="2780856021"/>
                    </a:ext>
                  </a:extLst>
                </a:gridCol>
              </a:tblGrid>
              <a:tr h="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Md Sohel Rana</a:t>
                      </a:r>
                    </a:p>
                    <a:p>
                      <a:r>
                        <a:rPr lang="en-US" sz="2000" dirty="0">
                          <a:latin typeface="Calibri" panose="020F0502020204030204" pitchFamily="34" charset="0"/>
                          <a:ea typeface="Calibri" panose="020F0502020204030204" pitchFamily="34" charset="0"/>
                          <a:cs typeface="Calibri" panose="020F0502020204030204" pitchFamily="34" charset="0"/>
                        </a:rPr>
                        <a:t>Matriculation Number: 1428128</a:t>
                      </a:r>
                    </a:p>
                    <a:p>
                      <a:r>
                        <a:rPr lang="de-DE" sz="2000" dirty="0">
                          <a:latin typeface="Calibri" panose="020F0502020204030204" pitchFamily="34" charset="0"/>
                          <a:ea typeface="Calibri" panose="020F0502020204030204" pitchFamily="34" charset="0"/>
                          <a:cs typeface="Calibri" panose="020F0502020204030204" pitchFamily="34" charset="0"/>
                        </a:rPr>
                        <a:t>sohel.rana@stud.fra-uas.de</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2000" dirty="0">
                          <a:latin typeface="Calibri" panose="020F0502020204030204" pitchFamily="34" charset="0"/>
                          <a:ea typeface="Calibri" panose="020F0502020204030204" pitchFamily="34" charset="0"/>
                          <a:cs typeface="Calibri" panose="020F0502020204030204" pitchFamily="34" charset="0"/>
                        </a:rPr>
                        <a:t>Md Ashiqur Rahman</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latin typeface="Calibri" panose="020F0502020204030204" pitchFamily="34" charset="0"/>
                          <a:ea typeface="Calibri" panose="020F0502020204030204" pitchFamily="34" charset="0"/>
                          <a:cs typeface="Calibri" panose="020F0502020204030204" pitchFamily="34" charset="0"/>
                        </a:rPr>
                        <a:t>Matriculation Number: 1393169</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latin typeface="Calibri" panose="020F0502020204030204" pitchFamily="34" charset="0"/>
                          <a:ea typeface="Calibri" panose="020F0502020204030204" pitchFamily="34" charset="0"/>
                          <a:cs typeface="Calibri" panose="020F0502020204030204" pitchFamily="34" charset="0"/>
                        </a:rPr>
                        <a:t>md.rahman3@stud.fra-uas.de</a:t>
                      </a:r>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15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8829150"/>
                  </a:ext>
                </a:extLst>
              </a:tr>
            </a:tbl>
          </a:graphicData>
        </a:graphic>
      </p:graphicFrame>
      <p:sp>
        <p:nvSpPr>
          <p:cNvPr id="7" name="Slide Number Placeholder 6">
            <a:extLst>
              <a:ext uri="{FF2B5EF4-FFF2-40B4-BE49-F238E27FC236}">
                <a16:creationId xmlns:a16="http://schemas.microsoft.com/office/drawing/2014/main" id="{2D093191-56EF-3C99-4DCE-5B35BFD63928}"/>
              </a:ext>
            </a:extLst>
          </p:cNvPr>
          <p:cNvSpPr>
            <a:spLocks noGrp="1"/>
          </p:cNvSpPr>
          <p:nvPr>
            <p:ph type="sldNum" sz="quarter" idx="12"/>
          </p:nvPr>
        </p:nvSpPr>
        <p:spPr/>
        <p:txBody>
          <a:bodyPr/>
          <a:lstStyle/>
          <a:p>
            <a:fld id="{130AC47B-80C8-4C1B-84E9-DE269DE6DDAD}" type="slidenum">
              <a:rPr lang="en-US" smtClean="0">
                <a:latin typeface="Calibri" panose="020F0502020204030204" pitchFamily="34" charset="0"/>
                <a:ea typeface="Calibri" panose="020F0502020204030204" pitchFamily="34" charset="0"/>
                <a:cs typeface="Calibri" panose="020F0502020204030204" pitchFamily="34" charset="0"/>
              </a:rPr>
              <a:t>1</a:t>
            </a:fld>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20904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C453A-105F-BC7B-F079-F0C30A0C9A0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1A125BF-F253-C26A-DE49-59B6F3B94748}"/>
              </a:ext>
            </a:extLst>
          </p:cNvPr>
          <p:cNvSpPr>
            <a:spLocks noGrp="1"/>
          </p:cNvSpPr>
          <p:nvPr>
            <p:ph type="title"/>
          </p:nvPr>
        </p:nvSpPr>
        <p:spPr>
          <a:xfrm>
            <a:off x="1093309" y="291133"/>
            <a:ext cx="10005382" cy="1199339"/>
          </a:xfrm>
        </p:spPr>
        <p:txBody>
          <a:bodyPr>
            <a:norm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AGENDA</a:t>
            </a:r>
            <a:endParaRPr lang="en-DE" sz="2800" b="1"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5154446A-BF88-5E8D-07C5-8A4606E3033F}"/>
              </a:ext>
            </a:extLst>
          </p:cNvPr>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9854048" y="172261"/>
            <a:ext cx="2016370" cy="1062110"/>
          </a:xfrm>
          <a:prstGeom prst="rect">
            <a:avLst/>
          </a:prstGeom>
          <a:effectLst/>
        </p:spPr>
      </p:pic>
      <p:sp>
        <p:nvSpPr>
          <p:cNvPr id="5" name="TextBox 4">
            <a:extLst>
              <a:ext uri="{FF2B5EF4-FFF2-40B4-BE49-F238E27FC236}">
                <a16:creationId xmlns:a16="http://schemas.microsoft.com/office/drawing/2014/main" id="{981390D7-41E4-010E-5C54-3E80E1ADF667}"/>
              </a:ext>
            </a:extLst>
          </p:cNvPr>
          <p:cNvSpPr txBox="1"/>
          <p:nvPr/>
        </p:nvSpPr>
        <p:spPr>
          <a:xfrm>
            <a:off x="79217" y="6503580"/>
            <a:ext cx="8005527" cy="246221"/>
          </a:xfrm>
          <a:prstGeom prst="rect">
            <a:avLst/>
          </a:prstGeom>
          <a:noFill/>
        </p:spPr>
        <p:txBody>
          <a:bodyPr wrap="square">
            <a:spAutoFit/>
          </a:bodyPr>
          <a:lstStyle/>
          <a:p>
            <a:pPr>
              <a:spcAft>
                <a:spcPts val="600"/>
              </a:spcAft>
            </a:pPr>
            <a:r>
              <a:rPr lang="en" sz="1000" dirty="0">
                <a:latin typeface="Calibri" panose="020F0502020204030204" pitchFamily="34" charset="0"/>
                <a:ea typeface="Calibri" panose="020F0502020204030204" pitchFamily="34" charset="0"/>
                <a:cs typeface="Calibri" panose="020F0502020204030204" pitchFamily="34" charset="0"/>
                <a:sym typeface="Lato"/>
              </a:rPr>
              <a:t>M.Eng. Information Technology WS25-26 / </a:t>
            </a:r>
            <a:r>
              <a:rPr lang="en-US" sz="1000" dirty="0">
                <a:latin typeface="Calibri" panose="020F0502020204030204" pitchFamily="34" charset="0"/>
                <a:ea typeface="Calibri" panose="020F0502020204030204" pitchFamily="34" charset="0"/>
                <a:cs typeface="Calibri" panose="020F0502020204030204" pitchFamily="34" charset="0"/>
              </a:rPr>
              <a:t>Damir Dobric &amp; Andreas Pech </a:t>
            </a:r>
            <a:r>
              <a:rPr lang="en" sz="1000" dirty="0">
                <a:latin typeface="Calibri" panose="020F0502020204030204" pitchFamily="34" charset="0"/>
                <a:ea typeface="Calibri" panose="020F0502020204030204" pitchFamily="34" charset="0"/>
                <a:cs typeface="Calibri" panose="020F0502020204030204" pitchFamily="34" charset="0"/>
                <a:sym typeface="Lato"/>
              </a:rPr>
              <a:t>/ </a:t>
            </a:r>
            <a:r>
              <a:rPr lang="en-US" sz="1000" dirty="0">
                <a:latin typeface="Calibri" panose="020F0502020204030204" pitchFamily="34" charset="0"/>
                <a:ea typeface="Calibri" panose="020F0502020204030204" pitchFamily="34" charset="0"/>
                <a:cs typeface="Calibri" panose="020F0502020204030204" pitchFamily="34" charset="0"/>
              </a:rPr>
              <a:t>Module Software Engineering</a:t>
            </a:r>
          </a:p>
        </p:txBody>
      </p:sp>
      <p:sp>
        <p:nvSpPr>
          <p:cNvPr id="2" name="Slide Number Placeholder 1">
            <a:extLst>
              <a:ext uri="{FF2B5EF4-FFF2-40B4-BE49-F238E27FC236}">
                <a16:creationId xmlns:a16="http://schemas.microsoft.com/office/drawing/2014/main" id="{D08B94EB-66DC-CFBE-535A-B1F15D17B107}"/>
              </a:ext>
            </a:extLst>
          </p:cNvPr>
          <p:cNvSpPr>
            <a:spLocks noGrp="1"/>
          </p:cNvSpPr>
          <p:nvPr>
            <p:ph type="sldNum" sz="quarter" idx="12"/>
          </p:nvPr>
        </p:nvSpPr>
        <p:spPr/>
        <p:txBody>
          <a:bodyPr/>
          <a:lstStyle/>
          <a:p>
            <a:fld id="{130AC47B-80C8-4C1B-84E9-DE269DE6DDAD}" type="slidenum">
              <a:rPr lang="en-US" smtClean="0">
                <a:latin typeface="Calibri" panose="020F0502020204030204" pitchFamily="34" charset="0"/>
                <a:ea typeface="Calibri" panose="020F0502020204030204" pitchFamily="34" charset="0"/>
                <a:cs typeface="Calibri" panose="020F0502020204030204" pitchFamily="34" charset="0"/>
              </a:rPr>
              <a:t>2</a:t>
            </a:fld>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7" name="Shape 3">
            <a:extLst>
              <a:ext uri="{FF2B5EF4-FFF2-40B4-BE49-F238E27FC236}">
                <a16:creationId xmlns:a16="http://schemas.microsoft.com/office/drawing/2014/main" id="{9C46A025-24A7-7029-3055-DA65ED5AD52A}"/>
              </a:ext>
            </a:extLst>
          </p:cNvPr>
          <p:cNvSpPr/>
          <p:nvPr/>
        </p:nvSpPr>
        <p:spPr>
          <a:xfrm>
            <a:off x="1093308" y="1405800"/>
            <a:ext cx="4160520" cy="1051560"/>
          </a:xfrm>
          <a:prstGeom prst="rect">
            <a:avLst/>
          </a:prstGeom>
          <a:solidFill>
            <a:schemeClr val="accent1">
              <a:lumMod val="20000"/>
              <a:lumOff val="80000"/>
            </a:schemeClr>
          </a:solidFill>
          <a:ln w="12700">
            <a:solidFill>
              <a:srgbClr val="D1DCF0"/>
            </a:solidFill>
            <a:prstDash val="solid"/>
          </a:ln>
          <a:effectLst>
            <a:outerShdw blurRad="101600" dist="38100" dir="8100000" algn="bl" rotWithShape="0">
              <a:srgbClr val="000000">
                <a:alpha val="18000"/>
              </a:srgbClr>
            </a:outerShdw>
          </a:effectLst>
        </p:spPr>
        <p:txBody>
          <a:bodyPr/>
          <a:lstStyle/>
          <a:p>
            <a:endParaRPr lang="en-DE"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6">
            <a:extLst>
              <a:ext uri="{FF2B5EF4-FFF2-40B4-BE49-F238E27FC236}">
                <a16:creationId xmlns:a16="http://schemas.microsoft.com/office/drawing/2014/main" id="{8D159207-C7EB-0F38-6E4F-9638081F7AA8}"/>
              </a:ext>
            </a:extLst>
          </p:cNvPr>
          <p:cNvSpPr/>
          <p:nvPr/>
        </p:nvSpPr>
        <p:spPr>
          <a:xfrm>
            <a:off x="1783241" y="1518908"/>
            <a:ext cx="3291840" cy="384048"/>
          </a:xfrm>
          <a:prstGeom prst="rect">
            <a:avLst/>
          </a:prstGeom>
          <a:noFill/>
          <a:ln/>
        </p:spPr>
        <p:txBody>
          <a:bodyPr wrap="square" lIns="0" tIns="0" rIns="0" bIns="0" rtlCol="0" anchor="ctr"/>
          <a:lstStyle/>
          <a:p>
            <a:pPr marL="0" indent="0">
              <a:buNone/>
            </a:pPr>
            <a:r>
              <a:rPr lang="en-US" sz="1600" b="1" dirty="0">
                <a:latin typeface="Calibri" panose="020F0502020204030204" pitchFamily="34" charset="0"/>
                <a:ea typeface="Calibri" panose="020F0502020204030204" pitchFamily="34" charset="0"/>
                <a:cs typeface="Calibri" panose="020F0502020204030204" pitchFamily="34" charset="0"/>
              </a:rPr>
              <a:t>Project Overview</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7">
            <a:extLst>
              <a:ext uri="{FF2B5EF4-FFF2-40B4-BE49-F238E27FC236}">
                <a16:creationId xmlns:a16="http://schemas.microsoft.com/office/drawing/2014/main" id="{51912E03-B52A-8F97-5A25-1BA78EE6EAE6}"/>
              </a:ext>
            </a:extLst>
          </p:cNvPr>
          <p:cNvSpPr/>
          <p:nvPr/>
        </p:nvSpPr>
        <p:spPr>
          <a:xfrm>
            <a:off x="1783841" y="1810418"/>
            <a:ext cx="3291840" cy="411480"/>
          </a:xfrm>
          <a:prstGeom prst="rect">
            <a:avLst/>
          </a:prstGeom>
          <a:noFill/>
          <a:ln/>
        </p:spPr>
        <p:txBody>
          <a:bodyPr wrap="square" lIns="0" tIns="0" rIns="0" bIns="0" rtlCol="0" anchor="ctr"/>
          <a:lstStyle/>
          <a:p>
            <a:pPr marL="0" indent="0">
              <a:buNone/>
            </a:pPr>
            <a:r>
              <a:rPr lang="en-US" sz="1200" i="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Overall basic discussion on the challenges and the solution.</a:t>
            </a:r>
            <a:endParaRPr lang="en-US" sz="12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2" name="Text 5">
            <a:extLst>
              <a:ext uri="{FF2B5EF4-FFF2-40B4-BE49-F238E27FC236}">
                <a16:creationId xmlns:a16="http://schemas.microsoft.com/office/drawing/2014/main" id="{386A9145-ACBB-7CA5-9C73-2BFE28E5A115}"/>
              </a:ext>
            </a:extLst>
          </p:cNvPr>
          <p:cNvSpPr/>
          <p:nvPr/>
        </p:nvSpPr>
        <p:spPr>
          <a:xfrm>
            <a:off x="1314611" y="1701925"/>
            <a:ext cx="502920" cy="41148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01</a:t>
            </a:r>
            <a:endParaRPr lang="en-US" sz="2200" dirty="0"/>
          </a:p>
        </p:txBody>
      </p:sp>
      <p:sp>
        <p:nvSpPr>
          <p:cNvPr id="33" name="Shape 3">
            <a:extLst>
              <a:ext uri="{FF2B5EF4-FFF2-40B4-BE49-F238E27FC236}">
                <a16:creationId xmlns:a16="http://schemas.microsoft.com/office/drawing/2014/main" id="{7B96DABE-ABE6-3988-A1E9-558CF9A0D13D}"/>
              </a:ext>
            </a:extLst>
          </p:cNvPr>
          <p:cNvSpPr/>
          <p:nvPr/>
        </p:nvSpPr>
        <p:spPr>
          <a:xfrm>
            <a:off x="1093308" y="2668813"/>
            <a:ext cx="4160520" cy="1051560"/>
          </a:xfrm>
          <a:prstGeom prst="rect">
            <a:avLst/>
          </a:prstGeom>
          <a:solidFill>
            <a:schemeClr val="accent1">
              <a:lumMod val="20000"/>
              <a:lumOff val="80000"/>
            </a:schemeClr>
          </a:solidFill>
          <a:ln w="12700">
            <a:solidFill>
              <a:srgbClr val="D1DCF0"/>
            </a:solidFill>
            <a:prstDash val="solid"/>
          </a:ln>
          <a:effectLst>
            <a:outerShdw blurRad="101600" dist="38100" dir="8100000" algn="bl" rotWithShape="0">
              <a:srgbClr val="000000">
                <a:alpha val="18000"/>
              </a:srgbClr>
            </a:outerShdw>
          </a:effectLst>
        </p:spPr>
        <p:txBody>
          <a:bodyPr/>
          <a:lstStyle/>
          <a:p>
            <a:endParaRPr lang="en-DE" dirty="0">
              <a:latin typeface="Calibri" panose="020F0502020204030204" pitchFamily="34" charset="0"/>
              <a:ea typeface="Calibri" panose="020F0502020204030204" pitchFamily="34" charset="0"/>
              <a:cs typeface="Calibri" panose="020F0502020204030204" pitchFamily="34" charset="0"/>
            </a:endParaRPr>
          </a:p>
        </p:txBody>
      </p:sp>
      <p:sp>
        <p:nvSpPr>
          <p:cNvPr id="34" name="Text 6">
            <a:extLst>
              <a:ext uri="{FF2B5EF4-FFF2-40B4-BE49-F238E27FC236}">
                <a16:creationId xmlns:a16="http://schemas.microsoft.com/office/drawing/2014/main" id="{B8DEAE3C-8A83-0BA3-BA0D-94479250E3CB}"/>
              </a:ext>
            </a:extLst>
          </p:cNvPr>
          <p:cNvSpPr/>
          <p:nvPr/>
        </p:nvSpPr>
        <p:spPr>
          <a:xfrm>
            <a:off x="1783241" y="2781921"/>
            <a:ext cx="3291840" cy="384048"/>
          </a:xfrm>
          <a:prstGeom prst="rect">
            <a:avLst/>
          </a:prstGeom>
          <a:noFill/>
          <a:ln/>
        </p:spPr>
        <p:txBody>
          <a:bodyPr wrap="square" lIns="0" tIns="0" rIns="0" bIns="0" rtlCol="0" anchor="ctr"/>
          <a:lstStyle/>
          <a:p>
            <a:pPr marL="0" indent="0">
              <a:buNone/>
            </a:pPr>
            <a:r>
              <a:rPr lang="en-US" sz="1600" b="1" dirty="0">
                <a:latin typeface="Calibri" panose="020F0502020204030204" pitchFamily="34" charset="0"/>
                <a:ea typeface="Calibri" panose="020F0502020204030204" pitchFamily="34" charset="0"/>
                <a:cs typeface="Calibri" panose="020F0502020204030204" pitchFamily="34" charset="0"/>
              </a:rPr>
              <a:t>Security Pipeline</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35" name="Text 7">
            <a:extLst>
              <a:ext uri="{FF2B5EF4-FFF2-40B4-BE49-F238E27FC236}">
                <a16:creationId xmlns:a16="http://schemas.microsoft.com/office/drawing/2014/main" id="{857F8EAE-E8C4-27FD-FD5D-4AFF57887D98}"/>
              </a:ext>
            </a:extLst>
          </p:cNvPr>
          <p:cNvSpPr/>
          <p:nvPr/>
        </p:nvSpPr>
        <p:spPr>
          <a:xfrm>
            <a:off x="1783841" y="3073431"/>
            <a:ext cx="3291840" cy="411480"/>
          </a:xfrm>
          <a:prstGeom prst="rect">
            <a:avLst/>
          </a:prstGeom>
          <a:noFill/>
          <a:ln/>
        </p:spPr>
        <p:txBody>
          <a:bodyPr wrap="square" lIns="0" tIns="0" rIns="0" bIns="0" rtlCol="0" anchor="ctr"/>
          <a:lstStyle/>
          <a:p>
            <a:pPr marL="0" indent="0">
              <a:buNone/>
            </a:pPr>
            <a:r>
              <a:rPr lang="en-US" sz="1200" i="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Discussion on how secure the generated code.</a:t>
            </a:r>
            <a:endParaRPr lang="en-US" sz="12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6" name="Text 5">
            <a:extLst>
              <a:ext uri="{FF2B5EF4-FFF2-40B4-BE49-F238E27FC236}">
                <a16:creationId xmlns:a16="http://schemas.microsoft.com/office/drawing/2014/main" id="{D0637E9A-87C0-5202-3644-47BF5A280FDA}"/>
              </a:ext>
            </a:extLst>
          </p:cNvPr>
          <p:cNvSpPr/>
          <p:nvPr/>
        </p:nvSpPr>
        <p:spPr>
          <a:xfrm>
            <a:off x="1314611" y="2964938"/>
            <a:ext cx="502920" cy="41148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03</a:t>
            </a:r>
            <a:endParaRPr lang="en-US" sz="2200" dirty="0"/>
          </a:p>
        </p:txBody>
      </p:sp>
      <p:sp>
        <p:nvSpPr>
          <p:cNvPr id="37" name="Shape 3">
            <a:extLst>
              <a:ext uri="{FF2B5EF4-FFF2-40B4-BE49-F238E27FC236}">
                <a16:creationId xmlns:a16="http://schemas.microsoft.com/office/drawing/2014/main" id="{79F47D5E-1BA6-6900-A17A-85F49410FC0F}"/>
              </a:ext>
            </a:extLst>
          </p:cNvPr>
          <p:cNvSpPr/>
          <p:nvPr/>
        </p:nvSpPr>
        <p:spPr>
          <a:xfrm>
            <a:off x="1093308" y="3919251"/>
            <a:ext cx="4160520" cy="1051560"/>
          </a:xfrm>
          <a:prstGeom prst="rect">
            <a:avLst/>
          </a:prstGeom>
          <a:solidFill>
            <a:schemeClr val="accent1">
              <a:lumMod val="20000"/>
              <a:lumOff val="80000"/>
            </a:schemeClr>
          </a:solidFill>
          <a:ln w="12700">
            <a:solidFill>
              <a:srgbClr val="D1DCF0"/>
            </a:solidFill>
            <a:prstDash val="solid"/>
          </a:ln>
          <a:effectLst>
            <a:outerShdw blurRad="101600" dist="38100" dir="8100000" algn="bl" rotWithShape="0">
              <a:srgbClr val="000000">
                <a:alpha val="18000"/>
              </a:srgbClr>
            </a:outerShdw>
          </a:effectLst>
        </p:spPr>
        <p:txBody>
          <a:bodyPr/>
          <a:lstStyle/>
          <a:p>
            <a:endParaRPr lang="en-DE" dirty="0">
              <a:latin typeface="Calibri" panose="020F0502020204030204" pitchFamily="34" charset="0"/>
              <a:ea typeface="Calibri" panose="020F0502020204030204" pitchFamily="34" charset="0"/>
              <a:cs typeface="Calibri" panose="020F0502020204030204" pitchFamily="34" charset="0"/>
            </a:endParaRPr>
          </a:p>
        </p:txBody>
      </p:sp>
      <p:sp>
        <p:nvSpPr>
          <p:cNvPr id="38" name="Text 6">
            <a:extLst>
              <a:ext uri="{FF2B5EF4-FFF2-40B4-BE49-F238E27FC236}">
                <a16:creationId xmlns:a16="http://schemas.microsoft.com/office/drawing/2014/main" id="{D758A46C-2AED-773D-9210-3269105F9908}"/>
              </a:ext>
            </a:extLst>
          </p:cNvPr>
          <p:cNvSpPr/>
          <p:nvPr/>
        </p:nvSpPr>
        <p:spPr>
          <a:xfrm>
            <a:off x="1783241" y="4067798"/>
            <a:ext cx="3291840" cy="384048"/>
          </a:xfrm>
          <a:prstGeom prst="rect">
            <a:avLst/>
          </a:prstGeom>
          <a:noFill/>
          <a:ln/>
        </p:spPr>
        <p:txBody>
          <a:bodyPr wrap="square" lIns="0" tIns="0" rIns="0" bIns="0" rtlCol="0" anchor="ctr"/>
          <a:lstStyle/>
          <a:p>
            <a:pPr marL="0" indent="0">
              <a:buNone/>
            </a:pPr>
            <a:r>
              <a:rPr lang="en-US" sz="1600" b="1" dirty="0">
                <a:latin typeface="Calibri" panose="020F0502020204030204" pitchFamily="34" charset="0"/>
                <a:ea typeface="Calibri" panose="020F0502020204030204" pitchFamily="34" charset="0"/>
                <a:cs typeface="Calibri" panose="020F0502020204030204" pitchFamily="34" charset="0"/>
              </a:rPr>
              <a:t>Technology Stack</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39" name="Text 7">
            <a:extLst>
              <a:ext uri="{FF2B5EF4-FFF2-40B4-BE49-F238E27FC236}">
                <a16:creationId xmlns:a16="http://schemas.microsoft.com/office/drawing/2014/main" id="{A0F4FEE9-A212-3AED-BFDE-E4800CD1EFBF}"/>
              </a:ext>
            </a:extLst>
          </p:cNvPr>
          <p:cNvSpPr/>
          <p:nvPr/>
        </p:nvSpPr>
        <p:spPr>
          <a:xfrm>
            <a:off x="1783841" y="4359308"/>
            <a:ext cx="3291840" cy="411480"/>
          </a:xfrm>
          <a:prstGeom prst="rect">
            <a:avLst/>
          </a:prstGeom>
          <a:noFill/>
          <a:ln/>
        </p:spPr>
        <p:txBody>
          <a:bodyPr wrap="square" lIns="0" tIns="0" rIns="0" bIns="0" rtlCol="0" anchor="ctr"/>
          <a:lstStyle/>
          <a:p>
            <a:pPr marL="0" indent="0">
              <a:buNone/>
            </a:pPr>
            <a:r>
              <a:rPr lang="en-US" sz="1200" i="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List of technologies we have used to build the project.</a:t>
            </a:r>
            <a:endParaRPr lang="en-US" sz="12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0" name="Text 5">
            <a:extLst>
              <a:ext uri="{FF2B5EF4-FFF2-40B4-BE49-F238E27FC236}">
                <a16:creationId xmlns:a16="http://schemas.microsoft.com/office/drawing/2014/main" id="{A016238E-81FD-27F4-D576-8B00A5A76600}"/>
              </a:ext>
            </a:extLst>
          </p:cNvPr>
          <p:cNvSpPr/>
          <p:nvPr/>
        </p:nvSpPr>
        <p:spPr>
          <a:xfrm>
            <a:off x="1314611" y="4250815"/>
            <a:ext cx="502920" cy="41148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05</a:t>
            </a:r>
            <a:endParaRPr lang="en-US" sz="2200" dirty="0"/>
          </a:p>
        </p:txBody>
      </p:sp>
      <p:sp>
        <p:nvSpPr>
          <p:cNvPr id="41" name="Shape 3">
            <a:extLst>
              <a:ext uri="{FF2B5EF4-FFF2-40B4-BE49-F238E27FC236}">
                <a16:creationId xmlns:a16="http://schemas.microsoft.com/office/drawing/2014/main" id="{BCAA45C0-CEEA-8999-5FD1-9D3EE8548BB9}"/>
              </a:ext>
            </a:extLst>
          </p:cNvPr>
          <p:cNvSpPr/>
          <p:nvPr/>
        </p:nvSpPr>
        <p:spPr>
          <a:xfrm>
            <a:off x="1093308" y="5189267"/>
            <a:ext cx="4160520" cy="1051560"/>
          </a:xfrm>
          <a:prstGeom prst="rect">
            <a:avLst/>
          </a:prstGeom>
          <a:solidFill>
            <a:schemeClr val="accent1">
              <a:lumMod val="20000"/>
              <a:lumOff val="80000"/>
            </a:schemeClr>
          </a:solidFill>
          <a:ln w="12700">
            <a:solidFill>
              <a:srgbClr val="D1DCF0"/>
            </a:solidFill>
            <a:prstDash val="solid"/>
          </a:ln>
          <a:effectLst>
            <a:outerShdw blurRad="101600" dist="38100" dir="8100000" algn="bl" rotWithShape="0">
              <a:srgbClr val="000000">
                <a:alpha val="18000"/>
              </a:srgbClr>
            </a:outerShdw>
          </a:effectLst>
        </p:spPr>
        <p:txBody>
          <a:bodyPr/>
          <a:lstStyle/>
          <a:p>
            <a:endParaRPr lang="en-DE" dirty="0">
              <a:latin typeface="Calibri" panose="020F0502020204030204" pitchFamily="34" charset="0"/>
              <a:ea typeface="Calibri" panose="020F0502020204030204" pitchFamily="34" charset="0"/>
              <a:cs typeface="Calibri" panose="020F0502020204030204" pitchFamily="34" charset="0"/>
            </a:endParaRPr>
          </a:p>
        </p:txBody>
      </p:sp>
      <p:sp>
        <p:nvSpPr>
          <p:cNvPr id="42" name="Text 6">
            <a:extLst>
              <a:ext uri="{FF2B5EF4-FFF2-40B4-BE49-F238E27FC236}">
                <a16:creationId xmlns:a16="http://schemas.microsoft.com/office/drawing/2014/main" id="{3FB32FE0-4DAB-E1E7-9A43-52754926DD53}"/>
              </a:ext>
            </a:extLst>
          </p:cNvPr>
          <p:cNvSpPr/>
          <p:nvPr/>
        </p:nvSpPr>
        <p:spPr>
          <a:xfrm>
            <a:off x="1783241" y="5302375"/>
            <a:ext cx="3291840" cy="384048"/>
          </a:xfrm>
          <a:prstGeom prst="rect">
            <a:avLst/>
          </a:prstGeom>
          <a:noFill/>
          <a:ln/>
        </p:spPr>
        <p:txBody>
          <a:bodyPr wrap="square" lIns="0" tIns="0" rIns="0" bIns="0" rtlCol="0" anchor="ctr"/>
          <a:lstStyle/>
          <a:p>
            <a:pPr marL="0" indent="0">
              <a:buNone/>
            </a:pPr>
            <a:r>
              <a:rPr lang="en-US" sz="1600" b="1" dirty="0">
                <a:latin typeface="Calibri" panose="020F0502020204030204" pitchFamily="34" charset="0"/>
                <a:ea typeface="Calibri" panose="020F0502020204030204" pitchFamily="34" charset="0"/>
                <a:cs typeface="Calibri" panose="020F0502020204030204" pitchFamily="34" charset="0"/>
              </a:rPr>
              <a:t>Codebase Review</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43" name="Text 7">
            <a:extLst>
              <a:ext uri="{FF2B5EF4-FFF2-40B4-BE49-F238E27FC236}">
                <a16:creationId xmlns:a16="http://schemas.microsoft.com/office/drawing/2014/main" id="{2837BB7B-EB1C-102A-A0CF-2841335E0D7A}"/>
              </a:ext>
            </a:extLst>
          </p:cNvPr>
          <p:cNvSpPr/>
          <p:nvPr/>
        </p:nvSpPr>
        <p:spPr>
          <a:xfrm>
            <a:off x="1783841" y="5593885"/>
            <a:ext cx="3291840" cy="411480"/>
          </a:xfrm>
          <a:prstGeom prst="rect">
            <a:avLst/>
          </a:prstGeom>
          <a:noFill/>
          <a:ln/>
        </p:spPr>
        <p:txBody>
          <a:bodyPr wrap="square" lIns="0" tIns="0" rIns="0" bIns="0" rtlCol="0" anchor="ctr"/>
          <a:lstStyle/>
          <a:p>
            <a:pPr marL="0" indent="0">
              <a:buNone/>
            </a:pPr>
            <a:r>
              <a:rPr lang="en-US" sz="1200" i="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Review the real codebase and run the project.</a:t>
            </a:r>
            <a:endParaRPr lang="en-US" sz="12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4" name="Text 5">
            <a:extLst>
              <a:ext uri="{FF2B5EF4-FFF2-40B4-BE49-F238E27FC236}">
                <a16:creationId xmlns:a16="http://schemas.microsoft.com/office/drawing/2014/main" id="{5E29003D-681F-9F10-FEF1-A8DA336BF320}"/>
              </a:ext>
            </a:extLst>
          </p:cNvPr>
          <p:cNvSpPr/>
          <p:nvPr/>
        </p:nvSpPr>
        <p:spPr>
          <a:xfrm>
            <a:off x="1314611" y="5485392"/>
            <a:ext cx="502920" cy="41148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07</a:t>
            </a:r>
            <a:endParaRPr lang="en-US" sz="2200" dirty="0"/>
          </a:p>
        </p:txBody>
      </p:sp>
      <p:sp>
        <p:nvSpPr>
          <p:cNvPr id="45" name="Shape 3">
            <a:extLst>
              <a:ext uri="{FF2B5EF4-FFF2-40B4-BE49-F238E27FC236}">
                <a16:creationId xmlns:a16="http://schemas.microsoft.com/office/drawing/2014/main" id="{C5301718-BAFC-D256-D646-785855C25423}"/>
              </a:ext>
            </a:extLst>
          </p:cNvPr>
          <p:cNvSpPr/>
          <p:nvPr/>
        </p:nvSpPr>
        <p:spPr>
          <a:xfrm>
            <a:off x="6095999" y="1405800"/>
            <a:ext cx="4160520" cy="1051560"/>
          </a:xfrm>
          <a:prstGeom prst="rect">
            <a:avLst/>
          </a:prstGeom>
          <a:solidFill>
            <a:schemeClr val="accent1">
              <a:lumMod val="20000"/>
              <a:lumOff val="80000"/>
            </a:schemeClr>
          </a:solidFill>
          <a:ln w="12700">
            <a:solidFill>
              <a:srgbClr val="D1DCF0"/>
            </a:solidFill>
            <a:prstDash val="solid"/>
          </a:ln>
          <a:effectLst>
            <a:outerShdw blurRad="101600" dist="38100" dir="8100000" algn="bl" rotWithShape="0">
              <a:srgbClr val="000000">
                <a:alpha val="18000"/>
              </a:srgbClr>
            </a:outerShdw>
          </a:effectLst>
        </p:spPr>
        <p:txBody>
          <a:bodyPr/>
          <a:lstStyle/>
          <a:p>
            <a:endParaRPr lang="en-DE" dirty="0">
              <a:latin typeface="Calibri" panose="020F0502020204030204" pitchFamily="34" charset="0"/>
              <a:ea typeface="Calibri" panose="020F0502020204030204" pitchFamily="34" charset="0"/>
              <a:cs typeface="Calibri" panose="020F0502020204030204" pitchFamily="34" charset="0"/>
            </a:endParaRPr>
          </a:p>
        </p:txBody>
      </p:sp>
      <p:sp>
        <p:nvSpPr>
          <p:cNvPr id="46" name="Text 6">
            <a:extLst>
              <a:ext uri="{FF2B5EF4-FFF2-40B4-BE49-F238E27FC236}">
                <a16:creationId xmlns:a16="http://schemas.microsoft.com/office/drawing/2014/main" id="{DCFAAE1D-604A-D8C5-CF70-D6DC701B8745}"/>
              </a:ext>
            </a:extLst>
          </p:cNvPr>
          <p:cNvSpPr/>
          <p:nvPr/>
        </p:nvSpPr>
        <p:spPr>
          <a:xfrm>
            <a:off x="6785932" y="1518908"/>
            <a:ext cx="3291840" cy="384048"/>
          </a:xfrm>
          <a:prstGeom prst="rect">
            <a:avLst/>
          </a:prstGeom>
          <a:noFill/>
          <a:ln/>
        </p:spPr>
        <p:txBody>
          <a:bodyPr wrap="square" lIns="0" tIns="0" rIns="0" bIns="0" rtlCol="0" anchor="ctr"/>
          <a:lstStyle/>
          <a:p>
            <a:pPr marL="0" indent="0">
              <a:buNone/>
            </a:pPr>
            <a:r>
              <a:rPr lang="en-US" sz="1600" b="1" dirty="0">
                <a:latin typeface="Calibri" panose="020F0502020204030204" pitchFamily="34" charset="0"/>
                <a:ea typeface="Calibri" panose="020F0502020204030204" pitchFamily="34" charset="0"/>
                <a:cs typeface="Calibri" panose="020F0502020204030204" pitchFamily="34" charset="0"/>
              </a:rPr>
              <a:t>System Architecture</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47" name="Text 7">
            <a:extLst>
              <a:ext uri="{FF2B5EF4-FFF2-40B4-BE49-F238E27FC236}">
                <a16:creationId xmlns:a16="http://schemas.microsoft.com/office/drawing/2014/main" id="{58313321-BF68-EE3E-4356-F4402ED0CB5A}"/>
              </a:ext>
            </a:extLst>
          </p:cNvPr>
          <p:cNvSpPr/>
          <p:nvPr/>
        </p:nvSpPr>
        <p:spPr>
          <a:xfrm>
            <a:off x="6786532" y="1810418"/>
            <a:ext cx="3291840" cy="411480"/>
          </a:xfrm>
          <a:prstGeom prst="rect">
            <a:avLst/>
          </a:prstGeom>
          <a:noFill/>
          <a:ln/>
        </p:spPr>
        <p:txBody>
          <a:bodyPr wrap="square" lIns="0" tIns="0" rIns="0" bIns="0" rtlCol="0" anchor="ctr"/>
          <a:lstStyle/>
          <a:p>
            <a:r>
              <a:rPr lang="en-US" sz="1200" i="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How the pieces fit together from request to rendered chart.</a:t>
            </a:r>
            <a:endParaRPr lang="en-US" sz="12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8" name="Text 5">
            <a:extLst>
              <a:ext uri="{FF2B5EF4-FFF2-40B4-BE49-F238E27FC236}">
                <a16:creationId xmlns:a16="http://schemas.microsoft.com/office/drawing/2014/main" id="{CB0911F5-656F-9F98-44A0-150059F65593}"/>
              </a:ext>
            </a:extLst>
          </p:cNvPr>
          <p:cNvSpPr/>
          <p:nvPr/>
        </p:nvSpPr>
        <p:spPr>
          <a:xfrm>
            <a:off x="6317302" y="1701925"/>
            <a:ext cx="502920" cy="41148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02</a:t>
            </a:r>
            <a:endParaRPr lang="en-US" sz="2200" dirty="0"/>
          </a:p>
        </p:txBody>
      </p:sp>
      <p:sp>
        <p:nvSpPr>
          <p:cNvPr id="49" name="Shape 3">
            <a:extLst>
              <a:ext uri="{FF2B5EF4-FFF2-40B4-BE49-F238E27FC236}">
                <a16:creationId xmlns:a16="http://schemas.microsoft.com/office/drawing/2014/main" id="{EA3BA0AB-90AC-78B2-23B9-EF9C4CC9A0BE}"/>
              </a:ext>
            </a:extLst>
          </p:cNvPr>
          <p:cNvSpPr/>
          <p:nvPr/>
        </p:nvSpPr>
        <p:spPr>
          <a:xfrm>
            <a:off x="6095999" y="2668813"/>
            <a:ext cx="4160520" cy="1051560"/>
          </a:xfrm>
          <a:prstGeom prst="rect">
            <a:avLst/>
          </a:prstGeom>
          <a:solidFill>
            <a:schemeClr val="accent1">
              <a:lumMod val="20000"/>
              <a:lumOff val="80000"/>
            </a:schemeClr>
          </a:solidFill>
          <a:ln w="12700">
            <a:solidFill>
              <a:srgbClr val="D1DCF0"/>
            </a:solidFill>
            <a:prstDash val="solid"/>
          </a:ln>
          <a:effectLst>
            <a:outerShdw blurRad="101600" dist="38100" dir="8100000" algn="bl" rotWithShape="0">
              <a:srgbClr val="000000">
                <a:alpha val="18000"/>
              </a:srgbClr>
            </a:outerShdw>
          </a:effectLst>
        </p:spPr>
        <p:txBody>
          <a:bodyPr/>
          <a:lstStyle/>
          <a:p>
            <a:endParaRPr lang="en-DE" dirty="0">
              <a:latin typeface="Calibri" panose="020F0502020204030204" pitchFamily="34" charset="0"/>
              <a:ea typeface="Calibri" panose="020F0502020204030204" pitchFamily="34" charset="0"/>
              <a:cs typeface="Calibri" panose="020F0502020204030204" pitchFamily="34" charset="0"/>
            </a:endParaRPr>
          </a:p>
        </p:txBody>
      </p:sp>
      <p:sp>
        <p:nvSpPr>
          <p:cNvPr id="50" name="Text 6">
            <a:extLst>
              <a:ext uri="{FF2B5EF4-FFF2-40B4-BE49-F238E27FC236}">
                <a16:creationId xmlns:a16="http://schemas.microsoft.com/office/drawing/2014/main" id="{C32CB0A1-D84D-A73B-A726-6E0CCD6AB211}"/>
              </a:ext>
            </a:extLst>
          </p:cNvPr>
          <p:cNvSpPr/>
          <p:nvPr/>
        </p:nvSpPr>
        <p:spPr>
          <a:xfrm>
            <a:off x="6785932" y="2781921"/>
            <a:ext cx="3291840" cy="384048"/>
          </a:xfrm>
          <a:prstGeom prst="rect">
            <a:avLst/>
          </a:prstGeom>
          <a:noFill/>
          <a:ln/>
        </p:spPr>
        <p:txBody>
          <a:bodyPr wrap="square" lIns="0" tIns="0" rIns="0" bIns="0" rtlCol="0" anchor="ctr"/>
          <a:lstStyle/>
          <a:p>
            <a:pPr marL="0" indent="0">
              <a:buNone/>
            </a:pPr>
            <a:r>
              <a:rPr lang="en-US" sz="1600" b="1" dirty="0">
                <a:latin typeface="Calibri" panose="020F0502020204030204" pitchFamily="34" charset="0"/>
                <a:ea typeface="Calibri" panose="020F0502020204030204" pitchFamily="34" charset="0"/>
                <a:cs typeface="Calibri" panose="020F0502020204030204" pitchFamily="34" charset="0"/>
              </a:rPr>
              <a:t>Orchestration Layer</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51" name="Text 7">
            <a:extLst>
              <a:ext uri="{FF2B5EF4-FFF2-40B4-BE49-F238E27FC236}">
                <a16:creationId xmlns:a16="http://schemas.microsoft.com/office/drawing/2014/main" id="{5E456180-D381-F6DD-12F2-397A82E98CE3}"/>
              </a:ext>
            </a:extLst>
          </p:cNvPr>
          <p:cNvSpPr/>
          <p:nvPr/>
        </p:nvSpPr>
        <p:spPr>
          <a:xfrm>
            <a:off x="6786532" y="3073431"/>
            <a:ext cx="3291840" cy="411480"/>
          </a:xfrm>
          <a:prstGeom prst="rect">
            <a:avLst/>
          </a:prstGeom>
          <a:noFill/>
          <a:ln/>
        </p:spPr>
        <p:txBody>
          <a:bodyPr wrap="square" lIns="0" tIns="0" rIns="0" bIns="0" rtlCol="0" anchor="ctr"/>
          <a:lstStyle/>
          <a:p>
            <a:pPr marL="0" indent="0">
              <a:buNone/>
            </a:pPr>
            <a:r>
              <a:rPr lang="en-US" sz="1200" i="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The system maintains a secure orchestration layer.</a:t>
            </a:r>
            <a:endParaRPr lang="en-US" sz="12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52" name="Text 5">
            <a:extLst>
              <a:ext uri="{FF2B5EF4-FFF2-40B4-BE49-F238E27FC236}">
                <a16:creationId xmlns:a16="http://schemas.microsoft.com/office/drawing/2014/main" id="{9EE7D54D-E31C-6BED-2EC4-19EEAF44CBA3}"/>
              </a:ext>
            </a:extLst>
          </p:cNvPr>
          <p:cNvSpPr/>
          <p:nvPr/>
        </p:nvSpPr>
        <p:spPr>
          <a:xfrm>
            <a:off x="6317302" y="2964938"/>
            <a:ext cx="502920" cy="41148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04</a:t>
            </a:r>
            <a:endParaRPr lang="en-US" sz="2200" dirty="0"/>
          </a:p>
        </p:txBody>
      </p:sp>
      <p:sp>
        <p:nvSpPr>
          <p:cNvPr id="53" name="Shape 3">
            <a:extLst>
              <a:ext uri="{FF2B5EF4-FFF2-40B4-BE49-F238E27FC236}">
                <a16:creationId xmlns:a16="http://schemas.microsoft.com/office/drawing/2014/main" id="{7FED3005-9272-5510-7E29-4D8BFB44CF83}"/>
              </a:ext>
            </a:extLst>
          </p:cNvPr>
          <p:cNvSpPr/>
          <p:nvPr/>
        </p:nvSpPr>
        <p:spPr>
          <a:xfrm>
            <a:off x="6095999" y="3919251"/>
            <a:ext cx="4160520" cy="1051560"/>
          </a:xfrm>
          <a:prstGeom prst="rect">
            <a:avLst/>
          </a:prstGeom>
          <a:solidFill>
            <a:schemeClr val="accent1">
              <a:lumMod val="20000"/>
              <a:lumOff val="80000"/>
            </a:schemeClr>
          </a:solidFill>
          <a:ln w="12700">
            <a:solidFill>
              <a:srgbClr val="D1DCF0"/>
            </a:solidFill>
            <a:prstDash val="solid"/>
          </a:ln>
          <a:effectLst>
            <a:outerShdw blurRad="101600" dist="38100" dir="8100000" algn="bl" rotWithShape="0">
              <a:srgbClr val="000000">
                <a:alpha val="18000"/>
              </a:srgbClr>
            </a:outerShdw>
          </a:effectLst>
        </p:spPr>
        <p:txBody>
          <a:bodyPr/>
          <a:lstStyle/>
          <a:p>
            <a:endParaRPr lang="en-DE" dirty="0">
              <a:latin typeface="Calibri" panose="020F0502020204030204" pitchFamily="34" charset="0"/>
              <a:ea typeface="Calibri" panose="020F0502020204030204" pitchFamily="34" charset="0"/>
              <a:cs typeface="Calibri" panose="020F0502020204030204" pitchFamily="34" charset="0"/>
            </a:endParaRPr>
          </a:p>
        </p:txBody>
      </p:sp>
      <p:sp>
        <p:nvSpPr>
          <p:cNvPr id="54" name="Text 6">
            <a:extLst>
              <a:ext uri="{FF2B5EF4-FFF2-40B4-BE49-F238E27FC236}">
                <a16:creationId xmlns:a16="http://schemas.microsoft.com/office/drawing/2014/main" id="{A2072890-451C-C439-26B5-9D05D97732F1}"/>
              </a:ext>
            </a:extLst>
          </p:cNvPr>
          <p:cNvSpPr/>
          <p:nvPr/>
        </p:nvSpPr>
        <p:spPr>
          <a:xfrm>
            <a:off x="6785932" y="4067798"/>
            <a:ext cx="3291840" cy="384048"/>
          </a:xfrm>
          <a:prstGeom prst="rect">
            <a:avLst/>
          </a:prstGeom>
          <a:noFill/>
          <a:ln/>
        </p:spPr>
        <p:txBody>
          <a:bodyPr wrap="square" lIns="0" tIns="0" rIns="0" bIns="0" rtlCol="0" anchor="ctr"/>
          <a:lstStyle/>
          <a:p>
            <a:pPr marL="0" indent="0">
              <a:buNone/>
            </a:pPr>
            <a:r>
              <a:rPr lang="en-US" sz="1600" b="1" dirty="0">
                <a:latin typeface="Calibri" panose="020F0502020204030204" pitchFamily="34" charset="0"/>
                <a:ea typeface="Calibri" panose="020F0502020204030204" pitchFamily="34" charset="0"/>
                <a:cs typeface="Calibri" panose="020F0502020204030204" pitchFamily="34" charset="0"/>
              </a:rPr>
              <a:t>Performance Measure</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55" name="Text 7">
            <a:extLst>
              <a:ext uri="{FF2B5EF4-FFF2-40B4-BE49-F238E27FC236}">
                <a16:creationId xmlns:a16="http://schemas.microsoft.com/office/drawing/2014/main" id="{10DAA4B6-2CE4-5623-5008-AB889A6689B6}"/>
              </a:ext>
            </a:extLst>
          </p:cNvPr>
          <p:cNvSpPr/>
          <p:nvPr/>
        </p:nvSpPr>
        <p:spPr>
          <a:xfrm>
            <a:off x="6786532" y="4359308"/>
            <a:ext cx="3291840" cy="411480"/>
          </a:xfrm>
          <a:prstGeom prst="rect">
            <a:avLst/>
          </a:prstGeom>
          <a:noFill/>
          <a:ln/>
        </p:spPr>
        <p:txBody>
          <a:bodyPr wrap="square" lIns="0" tIns="0" rIns="0" bIns="0" rtlCol="0" anchor="ctr"/>
          <a:lstStyle/>
          <a:p>
            <a:pPr marL="0" indent="0">
              <a:buNone/>
            </a:pPr>
            <a:r>
              <a:rPr lang="en-US" sz="1200" i="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How good this systems works.</a:t>
            </a:r>
            <a:endParaRPr lang="en-US" sz="12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56" name="Text 5">
            <a:extLst>
              <a:ext uri="{FF2B5EF4-FFF2-40B4-BE49-F238E27FC236}">
                <a16:creationId xmlns:a16="http://schemas.microsoft.com/office/drawing/2014/main" id="{026CC286-C080-2A74-CC33-FCAEFC2F9DBC}"/>
              </a:ext>
            </a:extLst>
          </p:cNvPr>
          <p:cNvSpPr/>
          <p:nvPr/>
        </p:nvSpPr>
        <p:spPr>
          <a:xfrm>
            <a:off x="6317302" y="4250815"/>
            <a:ext cx="502920" cy="41148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06</a:t>
            </a:r>
            <a:endParaRPr lang="en-US" sz="2200" dirty="0"/>
          </a:p>
        </p:txBody>
      </p:sp>
      <p:sp>
        <p:nvSpPr>
          <p:cNvPr id="57" name="Shape 3">
            <a:extLst>
              <a:ext uri="{FF2B5EF4-FFF2-40B4-BE49-F238E27FC236}">
                <a16:creationId xmlns:a16="http://schemas.microsoft.com/office/drawing/2014/main" id="{200B543B-A61E-0984-81B1-E223AF81E51F}"/>
              </a:ext>
            </a:extLst>
          </p:cNvPr>
          <p:cNvSpPr/>
          <p:nvPr/>
        </p:nvSpPr>
        <p:spPr>
          <a:xfrm>
            <a:off x="6095999" y="5189267"/>
            <a:ext cx="4160520" cy="1051560"/>
          </a:xfrm>
          <a:prstGeom prst="rect">
            <a:avLst/>
          </a:prstGeom>
          <a:solidFill>
            <a:schemeClr val="accent1">
              <a:lumMod val="20000"/>
              <a:lumOff val="80000"/>
            </a:schemeClr>
          </a:solidFill>
          <a:ln w="12700">
            <a:solidFill>
              <a:srgbClr val="D1DCF0"/>
            </a:solidFill>
            <a:prstDash val="solid"/>
          </a:ln>
          <a:effectLst>
            <a:outerShdw blurRad="101600" dist="38100" dir="8100000" algn="bl" rotWithShape="0">
              <a:srgbClr val="000000">
                <a:alpha val="18000"/>
              </a:srgbClr>
            </a:outerShdw>
          </a:effectLst>
        </p:spPr>
        <p:txBody>
          <a:bodyPr/>
          <a:lstStyle/>
          <a:p>
            <a:endParaRPr lang="en-DE" dirty="0">
              <a:latin typeface="Calibri" panose="020F0502020204030204" pitchFamily="34" charset="0"/>
              <a:ea typeface="Calibri" panose="020F0502020204030204" pitchFamily="34" charset="0"/>
              <a:cs typeface="Calibri" panose="020F0502020204030204" pitchFamily="34" charset="0"/>
            </a:endParaRPr>
          </a:p>
        </p:txBody>
      </p:sp>
      <p:sp>
        <p:nvSpPr>
          <p:cNvPr id="58" name="Text 6">
            <a:extLst>
              <a:ext uri="{FF2B5EF4-FFF2-40B4-BE49-F238E27FC236}">
                <a16:creationId xmlns:a16="http://schemas.microsoft.com/office/drawing/2014/main" id="{641BB427-7792-3DF2-EBC8-990BA6BD7B44}"/>
              </a:ext>
            </a:extLst>
          </p:cNvPr>
          <p:cNvSpPr/>
          <p:nvPr/>
        </p:nvSpPr>
        <p:spPr>
          <a:xfrm>
            <a:off x="6785932" y="5302375"/>
            <a:ext cx="3291840" cy="384048"/>
          </a:xfrm>
          <a:prstGeom prst="rect">
            <a:avLst/>
          </a:prstGeom>
          <a:noFill/>
          <a:ln/>
        </p:spPr>
        <p:txBody>
          <a:bodyPr wrap="square" lIns="0" tIns="0" rIns="0" bIns="0" rtlCol="0" anchor="ctr"/>
          <a:lstStyle/>
          <a:p>
            <a:pPr marL="0" indent="0">
              <a:buNone/>
            </a:pPr>
            <a:r>
              <a:rPr lang="en-US" sz="1600" b="1" dirty="0">
                <a:latin typeface="Calibri" panose="020F0502020204030204" pitchFamily="34" charset="0"/>
                <a:ea typeface="Calibri" panose="020F0502020204030204" pitchFamily="34" charset="0"/>
                <a:cs typeface="Calibri" panose="020F0502020204030204" pitchFamily="34" charset="0"/>
              </a:rPr>
              <a:t>Conclusion</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59" name="Text 7">
            <a:extLst>
              <a:ext uri="{FF2B5EF4-FFF2-40B4-BE49-F238E27FC236}">
                <a16:creationId xmlns:a16="http://schemas.microsoft.com/office/drawing/2014/main" id="{51D4C8FD-832D-FA8F-643B-F8B6A9DBA653}"/>
              </a:ext>
            </a:extLst>
          </p:cNvPr>
          <p:cNvSpPr/>
          <p:nvPr/>
        </p:nvSpPr>
        <p:spPr>
          <a:xfrm>
            <a:off x="6786532" y="5593885"/>
            <a:ext cx="3291840" cy="411480"/>
          </a:xfrm>
          <a:prstGeom prst="rect">
            <a:avLst/>
          </a:prstGeom>
          <a:noFill/>
          <a:ln/>
        </p:spPr>
        <p:txBody>
          <a:bodyPr wrap="square" lIns="0" tIns="0" rIns="0" bIns="0" rtlCol="0" anchor="ctr"/>
          <a:lstStyle/>
          <a:p>
            <a:pPr marL="0" indent="0">
              <a:buNone/>
            </a:pPr>
            <a:r>
              <a:rPr lang="en-US" sz="1200" i="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Summary of the project.</a:t>
            </a:r>
            <a:endParaRPr lang="en-US" sz="12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60" name="Text 5">
            <a:extLst>
              <a:ext uri="{FF2B5EF4-FFF2-40B4-BE49-F238E27FC236}">
                <a16:creationId xmlns:a16="http://schemas.microsoft.com/office/drawing/2014/main" id="{43AE1AFC-1B5E-EF33-0403-94E618B8DDC7}"/>
              </a:ext>
            </a:extLst>
          </p:cNvPr>
          <p:cNvSpPr/>
          <p:nvPr/>
        </p:nvSpPr>
        <p:spPr>
          <a:xfrm>
            <a:off x="6317302" y="5485392"/>
            <a:ext cx="502920" cy="41148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08</a:t>
            </a:r>
            <a:endParaRPr lang="en-US" sz="2200" dirty="0"/>
          </a:p>
        </p:txBody>
      </p:sp>
    </p:spTree>
    <p:extLst>
      <p:ext uri="{BB962C8B-B14F-4D97-AF65-F5344CB8AC3E}">
        <p14:creationId xmlns:p14="http://schemas.microsoft.com/office/powerpoint/2010/main" val="350998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C5584-95BC-8F75-B097-F8E289E2395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5C6B1B-BA28-9516-813C-4CB85F232E17}"/>
              </a:ext>
            </a:extLst>
          </p:cNvPr>
          <p:cNvSpPr>
            <a:spLocks noGrp="1"/>
          </p:cNvSpPr>
          <p:nvPr>
            <p:ph idx="1"/>
          </p:nvPr>
        </p:nvSpPr>
        <p:spPr>
          <a:xfrm>
            <a:off x="1048092" y="868680"/>
            <a:ext cx="10095815" cy="5120640"/>
          </a:xfrm>
        </p:spPr>
        <p:txBody>
          <a:bodyPr>
            <a:normAutofit fontScale="92500" lnSpcReduction="10000"/>
          </a:bodyPr>
          <a:lstStyle/>
          <a:p>
            <a:pPr marL="0" indent="0">
              <a:buNone/>
            </a:pPr>
            <a:r>
              <a:rPr lang="en-US" sz="3200" b="1" dirty="0">
                <a:latin typeface="Calibri" panose="020F0502020204030204" pitchFamily="34" charset="0"/>
                <a:ea typeface="Calibri" panose="020F0502020204030204" pitchFamily="34" charset="0"/>
                <a:cs typeface="Calibri" panose="020F0502020204030204" pitchFamily="34" charset="0"/>
              </a:rPr>
              <a:t>PROJECT OVERVIEW</a:t>
            </a:r>
          </a:p>
          <a:p>
            <a:pPr marL="0" indent="0">
              <a:buNone/>
            </a:pPr>
            <a:endParaRPr lang="en-US" dirty="0">
              <a:solidFill>
                <a:srgbClr val="1F2328"/>
              </a:solidFill>
              <a:latin typeface="-apple-system"/>
            </a:endParaRPr>
          </a:p>
          <a:p>
            <a:pPr marL="0" indent="0" algn="just">
              <a:buNone/>
            </a:pPr>
            <a:r>
              <a:rPr lang="en-US" sz="2600" b="1" i="1" dirty="0">
                <a:solidFill>
                  <a:srgbClr val="1F2328"/>
                </a:solidFill>
                <a:latin typeface="Calibri" panose="020F0502020204030204" pitchFamily="34" charset="0"/>
                <a:ea typeface="Calibri" panose="020F0502020204030204" pitchFamily="34" charset="0"/>
                <a:cs typeface="Calibri" panose="020F0502020204030204" pitchFamily="34" charset="0"/>
              </a:rPr>
              <a:t>The Challenge</a:t>
            </a:r>
          </a:p>
          <a:p>
            <a:pPr marL="0" indent="0" algn="just">
              <a:buNone/>
            </a:pPr>
            <a:r>
              <a:rPr lang="en-US" sz="2600" dirty="0">
                <a:solidFill>
                  <a:srgbClr val="1F2328"/>
                </a:solidFill>
                <a:latin typeface="Calibri" panose="020F0502020204030204" pitchFamily="34" charset="0"/>
                <a:ea typeface="Calibri" panose="020F0502020204030204" pitchFamily="34" charset="0"/>
                <a:cs typeface="Calibri" panose="020F0502020204030204" pitchFamily="34" charset="0"/>
              </a:rPr>
              <a:t>Writing code to generate chart from scratch takes time and doing it repeatedly is tedious. As well as people from different background doesn’t have idea about coding. LLMs can write the code but running untrusted AI output directly is a real security risk, and there was no good middle ground.</a:t>
            </a:r>
          </a:p>
          <a:p>
            <a:pPr marL="0" indent="0" algn="just">
              <a:buNone/>
            </a:pPr>
            <a:endParaRPr lang="en-US" sz="2600" dirty="0">
              <a:solidFill>
                <a:srgbClr val="1F2328"/>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2600" b="1" i="1" dirty="0">
                <a:solidFill>
                  <a:srgbClr val="1F2328"/>
                </a:solidFill>
                <a:latin typeface="Calibri" panose="020F0502020204030204" pitchFamily="34" charset="0"/>
                <a:ea typeface="Calibri" panose="020F0502020204030204" pitchFamily="34" charset="0"/>
                <a:cs typeface="Calibri" panose="020F0502020204030204" pitchFamily="34" charset="0"/>
              </a:rPr>
              <a:t>Our Solution</a:t>
            </a:r>
          </a:p>
          <a:p>
            <a:pPr marL="0" indent="0" algn="just">
              <a:buNone/>
            </a:pPr>
            <a:r>
              <a:rPr lang="en-US" sz="2600" dirty="0">
                <a:solidFill>
                  <a:srgbClr val="1F2328"/>
                </a:solidFill>
                <a:latin typeface="Calibri" panose="020F0502020204030204" pitchFamily="34" charset="0"/>
                <a:ea typeface="Calibri" panose="020F0502020204030204" pitchFamily="34" charset="0"/>
                <a:cs typeface="Calibri" panose="020F0502020204030204" pitchFamily="34" charset="0"/>
              </a:rPr>
              <a:t>We built a conversational agent on top of LLM and the Microsoft Agent Framework. You describe the chart you want, and the system takes care of the rest. Writing the script, checking it for safety, running it in isolation, and getting smarter each time something goes wrong.</a:t>
            </a:r>
            <a:endParaRPr lang="en-US" sz="2600" b="0" i="0" dirty="0">
              <a:solidFill>
                <a:srgbClr val="1F2328"/>
              </a:solidFill>
              <a:effectLst/>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Ø"/>
            </a:pPr>
            <a:endParaRPr lang="en-US" dirty="0"/>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B33E087-C2A5-A644-61F9-BD947DE26B38}"/>
              </a:ext>
            </a:extLst>
          </p:cNvPr>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9854048" y="172261"/>
            <a:ext cx="2016370" cy="1062110"/>
          </a:xfrm>
          <a:prstGeom prst="rect">
            <a:avLst/>
          </a:prstGeom>
          <a:effectLst/>
        </p:spPr>
      </p:pic>
      <p:sp>
        <p:nvSpPr>
          <p:cNvPr id="5" name="TextBox 4">
            <a:extLst>
              <a:ext uri="{FF2B5EF4-FFF2-40B4-BE49-F238E27FC236}">
                <a16:creationId xmlns:a16="http://schemas.microsoft.com/office/drawing/2014/main" id="{9752F06D-924B-B8AA-6249-F5EE8084A227}"/>
              </a:ext>
            </a:extLst>
          </p:cNvPr>
          <p:cNvSpPr txBox="1"/>
          <p:nvPr/>
        </p:nvSpPr>
        <p:spPr>
          <a:xfrm>
            <a:off x="79217" y="6503580"/>
            <a:ext cx="8005527" cy="246221"/>
          </a:xfrm>
          <a:prstGeom prst="rect">
            <a:avLst/>
          </a:prstGeom>
          <a:noFill/>
        </p:spPr>
        <p:txBody>
          <a:bodyPr wrap="square">
            <a:spAutoFit/>
          </a:bodyPr>
          <a:lstStyle/>
          <a:p>
            <a:pPr>
              <a:spcAft>
                <a:spcPts val="600"/>
              </a:spcAft>
            </a:pPr>
            <a:r>
              <a:rPr lang="en" sz="1000" dirty="0">
                <a:latin typeface="Times New Roman" panose="02020603050405020304" pitchFamily="18" charset="0"/>
                <a:cs typeface="Times New Roman" panose="02020603050405020304" pitchFamily="18" charset="0"/>
                <a:sym typeface="Lato"/>
              </a:rPr>
              <a:t>M.Eng. Information Technology WS25-26/ </a:t>
            </a:r>
            <a:r>
              <a:rPr lang="en-US" sz="1000" dirty="0">
                <a:latin typeface="Times New Roman" panose="02020603050405020304" pitchFamily="18" charset="0"/>
                <a:cs typeface="Times New Roman" panose="02020603050405020304" pitchFamily="18" charset="0"/>
              </a:rPr>
              <a:t>Damir Dobric &amp; Andreas Pech</a:t>
            </a:r>
            <a:r>
              <a:rPr lang="en" sz="1000" dirty="0">
                <a:latin typeface="Times New Roman" panose="02020603050405020304" pitchFamily="18" charset="0"/>
                <a:cs typeface="Times New Roman" panose="02020603050405020304" pitchFamily="18" charset="0"/>
                <a:sym typeface="Lato"/>
              </a:rPr>
              <a:t>/ </a:t>
            </a:r>
            <a:r>
              <a:rPr lang="en-US" sz="1000" dirty="0">
                <a:latin typeface="Times New Roman" panose="02020603050405020304" pitchFamily="18" charset="0"/>
                <a:cs typeface="Times New Roman" panose="02020603050405020304" pitchFamily="18" charset="0"/>
              </a:rPr>
              <a:t>Module Software Engineering</a:t>
            </a:r>
          </a:p>
        </p:txBody>
      </p:sp>
      <p:sp>
        <p:nvSpPr>
          <p:cNvPr id="2" name="Slide Number Placeholder 1">
            <a:extLst>
              <a:ext uri="{FF2B5EF4-FFF2-40B4-BE49-F238E27FC236}">
                <a16:creationId xmlns:a16="http://schemas.microsoft.com/office/drawing/2014/main" id="{B86A46BD-AD40-D3D6-14EE-41A48E8C0565}"/>
              </a:ext>
            </a:extLst>
          </p:cNvPr>
          <p:cNvSpPr>
            <a:spLocks noGrp="1"/>
          </p:cNvSpPr>
          <p:nvPr>
            <p:ph type="sldNum" sz="quarter" idx="12"/>
          </p:nvPr>
        </p:nvSpPr>
        <p:spPr/>
        <p:txBody>
          <a:bodyPr/>
          <a:lstStyle/>
          <a:p>
            <a:fld id="{130AC47B-80C8-4C1B-84E9-DE269DE6DDAD}" type="slidenum">
              <a:rPr lang="en-US" smtClean="0"/>
              <a:t>3</a:t>
            </a:fld>
            <a:endParaRPr lang="en-US"/>
          </a:p>
        </p:txBody>
      </p:sp>
    </p:spTree>
    <p:extLst>
      <p:ext uri="{BB962C8B-B14F-4D97-AF65-F5344CB8AC3E}">
        <p14:creationId xmlns:p14="http://schemas.microsoft.com/office/powerpoint/2010/main" val="1132449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683FC-D189-047D-703F-BCCCF90AA89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885075-3C88-25B1-4A8E-65A75A5B4D86}"/>
              </a:ext>
            </a:extLst>
          </p:cNvPr>
          <p:cNvSpPr>
            <a:spLocks noGrp="1"/>
          </p:cNvSpPr>
          <p:nvPr>
            <p:ph idx="1"/>
          </p:nvPr>
        </p:nvSpPr>
        <p:spPr>
          <a:xfrm>
            <a:off x="1048092" y="868680"/>
            <a:ext cx="10095815" cy="5120640"/>
          </a:xfrm>
        </p:spPr>
        <p:txBody>
          <a:bodyPr>
            <a:normAutofit/>
          </a:bodyPr>
          <a:lstStyle/>
          <a:p>
            <a:pPr marL="0" indent="0">
              <a:buNone/>
            </a:pPr>
            <a:r>
              <a:rPr lang="en-US" sz="3000" b="1" dirty="0">
                <a:latin typeface="Calibri" panose="020F0502020204030204" pitchFamily="34" charset="0"/>
                <a:ea typeface="Calibri" panose="020F0502020204030204" pitchFamily="34" charset="0"/>
                <a:cs typeface="Calibri" panose="020F0502020204030204" pitchFamily="34" charset="0"/>
              </a:rPr>
              <a:t>SYSTEM ARCHITECTURE</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783E7A9-03D0-3E54-05E9-1282E567AA6F}"/>
              </a:ext>
            </a:extLst>
          </p:cNvPr>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9854048" y="172261"/>
            <a:ext cx="2016370" cy="1062110"/>
          </a:xfrm>
          <a:prstGeom prst="rect">
            <a:avLst/>
          </a:prstGeom>
          <a:effectLst/>
        </p:spPr>
      </p:pic>
      <p:sp>
        <p:nvSpPr>
          <p:cNvPr id="5" name="TextBox 4">
            <a:extLst>
              <a:ext uri="{FF2B5EF4-FFF2-40B4-BE49-F238E27FC236}">
                <a16:creationId xmlns:a16="http://schemas.microsoft.com/office/drawing/2014/main" id="{BD3EEDC8-E274-D9AE-87A6-E99543D6788D}"/>
              </a:ext>
            </a:extLst>
          </p:cNvPr>
          <p:cNvSpPr txBox="1"/>
          <p:nvPr/>
        </p:nvSpPr>
        <p:spPr>
          <a:xfrm>
            <a:off x="79217" y="6503580"/>
            <a:ext cx="8005527" cy="246221"/>
          </a:xfrm>
          <a:prstGeom prst="rect">
            <a:avLst/>
          </a:prstGeom>
          <a:noFill/>
        </p:spPr>
        <p:txBody>
          <a:bodyPr wrap="square">
            <a:spAutoFit/>
          </a:bodyPr>
          <a:lstStyle/>
          <a:p>
            <a:pPr>
              <a:spcAft>
                <a:spcPts val="600"/>
              </a:spcAft>
            </a:pPr>
            <a:r>
              <a:rPr lang="en" sz="1000" dirty="0">
                <a:latin typeface="Times New Roman" panose="02020603050405020304" pitchFamily="18" charset="0"/>
                <a:cs typeface="Times New Roman" panose="02020603050405020304" pitchFamily="18" charset="0"/>
                <a:sym typeface="Lato"/>
              </a:rPr>
              <a:t>M.Eng. Information Technology WS25-26/ </a:t>
            </a:r>
            <a:r>
              <a:rPr lang="en-US" sz="1000" dirty="0">
                <a:latin typeface="Times New Roman" panose="02020603050405020304" pitchFamily="18" charset="0"/>
                <a:cs typeface="Times New Roman" panose="02020603050405020304" pitchFamily="18" charset="0"/>
              </a:rPr>
              <a:t>Damir Dobric &amp; Andreas Pech</a:t>
            </a:r>
            <a:r>
              <a:rPr lang="en" sz="1000" dirty="0">
                <a:latin typeface="Times New Roman" panose="02020603050405020304" pitchFamily="18" charset="0"/>
                <a:cs typeface="Times New Roman" panose="02020603050405020304" pitchFamily="18" charset="0"/>
                <a:sym typeface="Lato"/>
              </a:rPr>
              <a:t>/ </a:t>
            </a:r>
            <a:r>
              <a:rPr lang="en-US" sz="1000" dirty="0">
                <a:latin typeface="Times New Roman" panose="02020603050405020304" pitchFamily="18" charset="0"/>
                <a:cs typeface="Times New Roman" panose="02020603050405020304" pitchFamily="18" charset="0"/>
              </a:rPr>
              <a:t>Module Software Engineering</a:t>
            </a:r>
          </a:p>
        </p:txBody>
      </p:sp>
      <p:sp>
        <p:nvSpPr>
          <p:cNvPr id="2" name="Slide Number Placeholder 1">
            <a:extLst>
              <a:ext uri="{FF2B5EF4-FFF2-40B4-BE49-F238E27FC236}">
                <a16:creationId xmlns:a16="http://schemas.microsoft.com/office/drawing/2014/main" id="{7D19AEBF-E071-46FB-25D8-6A2BB08E1844}"/>
              </a:ext>
            </a:extLst>
          </p:cNvPr>
          <p:cNvSpPr>
            <a:spLocks noGrp="1"/>
          </p:cNvSpPr>
          <p:nvPr>
            <p:ph type="sldNum" sz="quarter" idx="12"/>
          </p:nvPr>
        </p:nvSpPr>
        <p:spPr/>
        <p:txBody>
          <a:bodyPr/>
          <a:lstStyle/>
          <a:p>
            <a:fld id="{130AC47B-80C8-4C1B-84E9-DE269DE6DDAD}" type="slidenum">
              <a:rPr lang="en-US" smtClean="0"/>
              <a:t>4</a:t>
            </a:fld>
            <a:endParaRPr lang="en-US"/>
          </a:p>
        </p:txBody>
      </p:sp>
      <p:pic>
        <p:nvPicPr>
          <p:cNvPr id="11" name="Picture 10">
            <a:extLst>
              <a:ext uri="{FF2B5EF4-FFF2-40B4-BE49-F238E27FC236}">
                <a16:creationId xmlns:a16="http://schemas.microsoft.com/office/drawing/2014/main" id="{6C68487F-8E0C-7D59-7148-7AE6947DE2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46415" y="1232405"/>
            <a:ext cx="8640585" cy="5306507"/>
          </a:xfrm>
          <a:prstGeom prst="rect">
            <a:avLst/>
          </a:prstGeom>
        </p:spPr>
      </p:pic>
    </p:spTree>
    <p:extLst>
      <p:ext uri="{BB962C8B-B14F-4D97-AF65-F5344CB8AC3E}">
        <p14:creationId xmlns:p14="http://schemas.microsoft.com/office/powerpoint/2010/main" val="2130938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0C357-9D87-3EF7-C354-CF10B334DCA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8E262E-3971-A920-30A4-B2DF3FA122F8}"/>
              </a:ext>
            </a:extLst>
          </p:cNvPr>
          <p:cNvSpPr>
            <a:spLocks noGrp="1"/>
          </p:cNvSpPr>
          <p:nvPr>
            <p:ph idx="1"/>
          </p:nvPr>
        </p:nvSpPr>
        <p:spPr>
          <a:xfrm>
            <a:off x="1048092" y="868680"/>
            <a:ext cx="10095815" cy="5120640"/>
          </a:xfrm>
        </p:spPr>
        <p:txBody>
          <a:bodyPr>
            <a:normAutofit/>
          </a:bodyPr>
          <a:lstStyle/>
          <a:p>
            <a:pPr marL="0" indent="0">
              <a:buNone/>
            </a:pPr>
            <a:r>
              <a:rPr lang="en-US" sz="3000" b="1" dirty="0">
                <a:latin typeface="Calibri" panose="020F0502020204030204" pitchFamily="34" charset="0"/>
                <a:ea typeface="Calibri" panose="020F0502020204030204" pitchFamily="34" charset="0"/>
                <a:cs typeface="Calibri" panose="020F0502020204030204" pitchFamily="34" charset="0"/>
              </a:rPr>
              <a:t>SYSTEM ARCHITECTURE</a:t>
            </a: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661A071-049B-126B-DDE5-786B4C8C959A}"/>
              </a:ext>
            </a:extLst>
          </p:cNvPr>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9854048" y="172261"/>
            <a:ext cx="2016370" cy="1062110"/>
          </a:xfrm>
          <a:prstGeom prst="rect">
            <a:avLst/>
          </a:prstGeom>
          <a:effectLst/>
        </p:spPr>
      </p:pic>
      <p:sp>
        <p:nvSpPr>
          <p:cNvPr id="5" name="TextBox 4">
            <a:extLst>
              <a:ext uri="{FF2B5EF4-FFF2-40B4-BE49-F238E27FC236}">
                <a16:creationId xmlns:a16="http://schemas.microsoft.com/office/drawing/2014/main" id="{E27375F9-9524-F091-A379-2293705B1BE6}"/>
              </a:ext>
            </a:extLst>
          </p:cNvPr>
          <p:cNvSpPr txBox="1"/>
          <p:nvPr/>
        </p:nvSpPr>
        <p:spPr>
          <a:xfrm>
            <a:off x="79217" y="6503580"/>
            <a:ext cx="8005527" cy="246221"/>
          </a:xfrm>
          <a:prstGeom prst="rect">
            <a:avLst/>
          </a:prstGeom>
          <a:noFill/>
        </p:spPr>
        <p:txBody>
          <a:bodyPr wrap="square">
            <a:spAutoFit/>
          </a:bodyPr>
          <a:lstStyle/>
          <a:p>
            <a:pPr>
              <a:spcAft>
                <a:spcPts val="600"/>
              </a:spcAft>
            </a:pPr>
            <a:r>
              <a:rPr lang="en" sz="1000" dirty="0">
                <a:latin typeface="Times New Roman" panose="02020603050405020304" pitchFamily="18" charset="0"/>
                <a:cs typeface="Times New Roman" panose="02020603050405020304" pitchFamily="18" charset="0"/>
                <a:sym typeface="Lato"/>
              </a:rPr>
              <a:t>M.Eng. Information Technology WS25-26/ </a:t>
            </a:r>
            <a:r>
              <a:rPr lang="en-US" sz="1000" dirty="0">
                <a:latin typeface="Times New Roman" panose="02020603050405020304" pitchFamily="18" charset="0"/>
                <a:cs typeface="Times New Roman" panose="02020603050405020304" pitchFamily="18" charset="0"/>
              </a:rPr>
              <a:t>Damir Dobric &amp; Andreas Pech</a:t>
            </a:r>
            <a:r>
              <a:rPr lang="en" sz="1000" dirty="0">
                <a:latin typeface="Times New Roman" panose="02020603050405020304" pitchFamily="18" charset="0"/>
                <a:cs typeface="Times New Roman" panose="02020603050405020304" pitchFamily="18" charset="0"/>
                <a:sym typeface="Lato"/>
              </a:rPr>
              <a:t>/ </a:t>
            </a:r>
            <a:r>
              <a:rPr lang="en-US" sz="1000" dirty="0">
                <a:latin typeface="Times New Roman" panose="02020603050405020304" pitchFamily="18" charset="0"/>
                <a:cs typeface="Times New Roman" panose="02020603050405020304" pitchFamily="18" charset="0"/>
              </a:rPr>
              <a:t>Module Software Engineering</a:t>
            </a:r>
          </a:p>
        </p:txBody>
      </p:sp>
      <p:sp>
        <p:nvSpPr>
          <p:cNvPr id="2" name="Slide Number Placeholder 1">
            <a:extLst>
              <a:ext uri="{FF2B5EF4-FFF2-40B4-BE49-F238E27FC236}">
                <a16:creationId xmlns:a16="http://schemas.microsoft.com/office/drawing/2014/main" id="{000D0DB9-D224-193D-6A77-849FADF929DD}"/>
              </a:ext>
            </a:extLst>
          </p:cNvPr>
          <p:cNvSpPr>
            <a:spLocks noGrp="1"/>
          </p:cNvSpPr>
          <p:nvPr>
            <p:ph type="sldNum" sz="quarter" idx="12"/>
          </p:nvPr>
        </p:nvSpPr>
        <p:spPr/>
        <p:txBody>
          <a:bodyPr/>
          <a:lstStyle/>
          <a:p>
            <a:fld id="{130AC47B-80C8-4C1B-84E9-DE269DE6DDAD}" type="slidenum">
              <a:rPr lang="en-US" smtClean="0"/>
              <a:t>5</a:t>
            </a:fld>
            <a:endParaRPr lang="en-US"/>
          </a:p>
        </p:txBody>
      </p:sp>
      <p:sp>
        <p:nvSpPr>
          <p:cNvPr id="17" name="Shape 3">
            <a:extLst>
              <a:ext uri="{FF2B5EF4-FFF2-40B4-BE49-F238E27FC236}">
                <a16:creationId xmlns:a16="http://schemas.microsoft.com/office/drawing/2014/main" id="{C7030973-46B2-E4D0-5842-AF0B6BE8D144}"/>
              </a:ext>
            </a:extLst>
          </p:cNvPr>
          <p:cNvSpPr/>
          <p:nvPr/>
        </p:nvSpPr>
        <p:spPr>
          <a:xfrm>
            <a:off x="1048092" y="1634306"/>
            <a:ext cx="2944464" cy="4355014"/>
          </a:xfrm>
          <a:prstGeom prst="rect">
            <a:avLst/>
          </a:prstGeom>
          <a:solidFill>
            <a:schemeClr val="accent1">
              <a:lumMod val="20000"/>
              <a:lumOff val="80000"/>
            </a:schemeClr>
          </a:solidFill>
          <a:ln w="12700">
            <a:solidFill>
              <a:srgbClr val="D1DCF0"/>
            </a:solidFill>
            <a:prstDash val="solid"/>
          </a:ln>
          <a:effectLst>
            <a:outerShdw blurRad="101600" dist="38100" dir="8100000" algn="bl" rotWithShape="0">
              <a:srgbClr val="000000">
                <a:alpha val="18000"/>
              </a:srgbClr>
            </a:outerShdw>
          </a:effectLst>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Data Management</a:t>
            </a:r>
          </a:p>
          <a:p>
            <a:pPr marL="285750" indent="-285750">
              <a:buFont typeface="Wingdings" panose="05000000000000000000" pitchFamily="2" charset="2"/>
              <a:buChar char="Ø"/>
            </a:pPr>
            <a:endParaRPr lang="en-US"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sz="1600" b="1" dirty="0">
                <a:latin typeface="Calibri" panose="020F0502020204030204" pitchFamily="34" charset="0"/>
                <a:ea typeface="Calibri" panose="020F0502020204030204" pitchFamily="34" charset="0"/>
                <a:cs typeface="Calibri" panose="020F0502020204030204" pitchFamily="34" charset="0"/>
              </a:rPr>
              <a:t>UploadFileAsync stores files in an isolated sandbox folder</a:t>
            </a:r>
          </a:p>
          <a:p>
            <a:pPr marL="285750" indent="-285750">
              <a:buFont typeface="Wingdings" panose="05000000000000000000" pitchFamily="2" charset="2"/>
              <a:buChar char="§"/>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sz="1600" b="1" dirty="0">
                <a:latin typeface="Calibri" panose="020F0502020204030204" pitchFamily="34" charset="0"/>
                <a:ea typeface="Calibri" panose="020F0502020204030204" pitchFamily="34" charset="0"/>
                <a:cs typeface="Calibri" panose="020F0502020204030204" pitchFamily="34" charset="0"/>
              </a:rPr>
              <a:t>PreviewFileAsync reads schema without loading the whole file</a:t>
            </a:r>
          </a:p>
          <a:p>
            <a:pPr marL="285750" indent="-285750">
              <a:buFont typeface="Wingdings" panose="05000000000000000000" pitchFamily="2" charset="2"/>
              <a:buChar char="§"/>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sz="1600" b="1" dirty="0">
                <a:latin typeface="Calibri" panose="020F0502020204030204" pitchFamily="34" charset="0"/>
                <a:ea typeface="Calibri" panose="020F0502020204030204" pitchFamily="34" charset="0"/>
                <a:cs typeface="Calibri" panose="020F0502020204030204" pitchFamily="34" charset="0"/>
              </a:rPr>
              <a:t>DatasetAnalyzer infers column types and value ranges</a:t>
            </a:r>
          </a:p>
          <a:p>
            <a:pPr marL="285750" indent="-285750">
              <a:buFont typeface="Wingdings" panose="05000000000000000000" pitchFamily="2" charset="2"/>
              <a:buChar char="§"/>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sz="1600" b="1" dirty="0">
                <a:latin typeface="Calibri" panose="020F0502020204030204" pitchFamily="34" charset="0"/>
                <a:ea typeface="Calibri" panose="020F0502020204030204" pitchFamily="34" charset="0"/>
                <a:cs typeface="Calibri" panose="020F0502020204030204" pitchFamily="34" charset="0"/>
              </a:rPr>
              <a:t>PathSafety blocks traversal attacks and name injection</a:t>
            </a:r>
          </a:p>
        </p:txBody>
      </p:sp>
      <p:sp>
        <p:nvSpPr>
          <p:cNvPr id="21" name="Text 6">
            <a:extLst>
              <a:ext uri="{FF2B5EF4-FFF2-40B4-BE49-F238E27FC236}">
                <a16:creationId xmlns:a16="http://schemas.microsoft.com/office/drawing/2014/main" id="{A1E7F9FD-510E-CAD9-484E-F055B845A536}"/>
              </a:ext>
            </a:extLst>
          </p:cNvPr>
          <p:cNvSpPr/>
          <p:nvPr/>
        </p:nvSpPr>
        <p:spPr>
          <a:xfrm>
            <a:off x="1325881" y="2009844"/>
            <a:ext cx="2514600" cy="3979475"/>
          </a:xfrm>
          <a:prstGeom prst="rect">
            <a:avLst/>
          </a:prstGeom>
          <a:noFill/>
          <a:ln/>
        </p:spPr>
        <p:txBody>
          <a:bodyPr wrap="square" lIns="0" tIns="0" rIns="0" bIns="0" rtlCol="0" anchor="ctr"/>
          <a:lstStyle/>
          <a:p>
            <a:pPr marL="285750" indent="-285750">
              <a:buFont typeface="Wingdings" panose="05000000000000000000" pitchFamily="2" charset="2"/>
              <a:buChar char="Ø"/>
            </a:pPr>
            <a:endParaRPr lang="en-US" sz="1600" b="1" dirty="0">
              <a:latin typeface="Calibri" panose="020F0502020204030204" pitchFamily="34" charset="0"/>
              <a:ea typeface="Calibri" panose="020F0502020204030204" pitchFamily="34" charset="0"/>
              <a:cs typeface="Calibri" panose="020F0502020204030204" pitchFamily="34" charset="0"/>
            </a:endParaRPr>
          </a:p>
        </p:txBody>
      </p:sp>
      <p:sp>
        <p:nvSpPr>
          <p:cNvPr id="27" name="Shape 3">
            <a:extLst>
              <a:ext uri="{FF2B5EF4-FFF2-40B4-BE49-F238E27FC236}">
                <a16:creationId xmlns:a16="http://schemas.microsoft.com/office/drawing/2014/main" id="{CF169201-E47F-9309-F713-E635000CD54A}"/>
              </a:ext>
            </a:extLst>
          </p:cNvPr>
          <p:cNvSpPr/>
          <p:nvPr/>
        </p:nvSpPr>
        <p:spPr>
          <a:xfrm>
            <a:off x="4623767" y="1634306"/>
            <a:ext cx="2944464" cy="4355014"/>
          </a:xfrm>
          <a:prstGeom prst="rect">
            <a:avLst/>
          </a:prstGeom>
          <a:solidFill>
            <a:schemeClr val="accent1">
              <a:lumMod val="20000"/>
              <a:lumOff val="80000"/>
            </a:schemeClr>
          </a:solidFill>
          <a:ln w="12700">
            <a:solidFill>
              <a:srgbClr val="D1DCF0"/>
            </a:solidFill>
            <a:prstDash val="solid"/>
          </a:ln>
          <a:effectLst>
            <a:outerShdw blurRad="101600" dist="38100" dir="8100000" algn="bl" rotWithShape="0">
              <a:srgbClr val="000000">
                <a:alpha val="18000"/>
              </a:srgbClr>
            </a:outerShdw>
          </a:effectLst>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Code Generation</a:t>
            </a:r>
          </a:p>
          <a:p>
            <a:pPr marL="285750" indent="-285750">
              <a:buFont typeface="Wingdings" panose="05000000000000000000" pitchFamily="2" charset="2"/>
              <a:buChar char="Ø"/>
            </a:pPr>
            <a:endParaRPr lang="en-US"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sz="1600" b="1" dirty="0">
                <a:latin typeface="Calibri" panose="020F0502020204030204" pitchFamily="34" charset="0"/>
                <a:ea typeface="Calibri" panose="020F0502020204030204" pitchFamily="34" charset="0"/>
                <a:cs typeface="Calibri" panose="020F0502020204030204" pitchFamily="34" charset="0"/>
              </a:rPr>
              <a:t>GPT-4o authors the full matplotlib script from the schema</a:t>
            </a:r>
          </a:p>
          <a:p>
            <a:pPr marL="285750" indent="-285750">
              <a:buFont typeface="Wingdings" panose="05000000000000000000" pitchFamily="2" charset="2"/>
              <a:buChar char="§"/>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sz="1600" b="1" dirty="0">
                <a:latin typeface="Calibri" panose="020F0502020204030204" pitchFamily="34" charset="0"/>
                <a:ea typeface="Calibri" panose="020F0502020204030204" pitchFamily="34" charset="0"/>
                <a:cs typeface="Calibri" panose="020F0502020204030204" pitchFamily="34" charset="0"/>
              </a:rPr>
              <a:t>PythonCodeValidator screens code before it ever runs</a:t>
            </a:r>
          </a:p>
          <a:p>
            <a:pPr marL="285750" indent="-285750">
              <a:buFont typeface="Wingdings" panose="05000000000000000000" pitchFamily="2" charset="2"/>
              <a:buChar char="§"/>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sz="1600" b="1" dirty="0">
                <a:latin typeface="Calibri" panose="020F0502020204030204" pitchFamily="34" charset="0"/>
                <a:ea typeface="Calibri" panose="020F0502020204030204" pitchFamily="34" charset="0"/>
                <a:cs typeface="Calibri" panose="020F0502020204030204" pitchFamily="34" charset="0"/>
              </a:rPr>
              <a:t>PythonExecutor launches the script in a child process</a:t>
            </a:r>
          </a:p>
          <a:p>
            <a:pPr marL="285750" indent="-285750">
              <a:buFont typeface="Wingdings" panose="05000000000000000000" pitchFamily="2" charset="2"/>
              <a:buChar char="§"/>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sz="1600" b="1" dirty="0" err="1">
                <a:latin typeface="Calibri" panose="020F0502020204030204" pitchFamily="34" charset="0"/>
                <a:ea typeface="Calibri" panose="020F0502020204030204" pitchFamily="34" charset="0"/>
                <a:cs typeface="Calibri" panose="020F0502020204030204" pitchFamily="34" charset="0"/>
              </a:rPr>
              <a:t>ChartManifest</a:t>
            </a:r>
            <a:r>
              <a:rPr lang="en-US" sz="1600" b="1" dirty="0">
                <a:latin typeface="Calibri" panose="020F0502020204030204" pitchFamily="34" charset="0"/>
                <a:ea typeface="Calibri" panose="020F0502020204030204" pitchFamily="34" charset="0"/>
                <a:cs typeface="Calibri" panose="020F0502020204030204" pitchFamily="34" charset="0"/>
              </a:rPr>
              <a:t> logs every run with timing and memory use</a:t>
            </a:r>
          </a:p>
        </p:txBody>
      </p:sp>
      <p:sp>
        <p:nvSpPr>
          <p:cNvPr id="28" name="Shape 3">
            <a:extLst>
              <a:ext uri="{FF2B5EF4-FFF2-40B4-BE49-F238E27FC236}">
                <a16:creationId xmlns:a16="http://schemas.microsoft.com/office/drawing/2014/main" id="{7660EFF5-F3AD-B5AA-DB83-7F9BB3B335A1}"/>
              </a:ext>
            </a:extLst>
          </p:cNvPr>
          <p:cNvSpPr/>
          <p:nvPr/>
        </p:nvSpPr>
        <p:spPr>
          <a:xfrm>
            <a:off x="8199443" y="1634306"/>
            <a:ext cx="2944464" cy="4355014"/>
          </a:xfrm>
          <a:prstGeom prst="rect">
            <a:avLst/>
          </a:prstGeom>
          <a:solidFill>
            <a:schemeClr val="accent1">
              <a:lumMod val="20000"/>
              <a:lumOff val="80000"/>
            </a:schemeClr>
          </a:solidFill>
          <a:ln w="12700">
            <a:solidFill>
              <a:srgbClr val="D1DCF0"/>
            </a:solidFill>
            <a:prstDash val="solid"/>
          </a:ln>
          <a:effectLst>
            <a:outerShdw blurRad="101600" dist="38100" dir="8100000" algn="bl" rotWithShape="0">
              <a:srgbClr val="000000">
                <a:alpha val="18000"/>
              </a:srgbClr>
            </a:outerShdw>
          </a:effectLst>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Error Mapping</a:t>
            </a:r>
          </a:p>
          <a:p>
            <a:pPr marL="285750" indent="-285750">
              <a:buFont typeface="Wingdings" panose="05000000000000000000" pitchFamily="2" charset="2"/>
              <a:buChar char="Ø"/>
            </a:pPr>
            <a:endParaRPr lang="en-US"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sz="1600" b="1" dirty="0">
                <a:latin typeface="Calibri" panose="020F0502020204030204" pitchFamily="34" charset="0"/>
                <a:ea typeface="Calibri" panose="020F0502020204030204" pitchFamily="34" charset="0"/>
                <a:cs typeface="Calibri" panose="020F0502020204030204" pitchFamily="34" charset="0"/>
              </a:rPr>
              <a:t>ErrorMappingStore classifies failures into 6 categories</a:t>
            </a:r>
          </a:p>
          <a:p>
            <a:pPr marL="285750" indent="-285750">
              <a:buFont typeface="Wingdings" panose="05000000000000000000" pitchFamily="2" charset="2"/>
              <a:buChar char="§"/>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sz="1600" b="1" dirty="0">
                <a:latin typeface="Calibri" panose="020F0502020204030204" pitchFamily="34" charset="0"/>
                <a:ea typeface="Calibri" panose="020F0502020204030204" pitchFamily="34" charset="0"/>
                <a:cs typeface="Calibri" panose="020F0502020204030204" pitchFamily="34" charset="0"/>
              </a:rPr>
              <a:t>Each failure gets summarized and prepended to the next call</a:t>
            </a:r>
          </a:p>
          <a:p>
            <a:pPr marL="285750" indent="-285750">
              <a:buFont typeface="Wingdings" panose="05000000000000000000" pitchFamily="2" charset="2"/>
              <a:buChar char="§"/>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sz="1600" b="1" dirty="0">
                <a:latin typeface="Calibri" panose="020F0502020204030204" pitchFamily="34" charset="0"/>
                <a:ea typeface="Calibri" panose="020F0502020204030204" pitchFamily="34" charset="0"/>
                <a:cs typeface="Calibri" panose="020F0502020204030204" pitchFamily="34" charset="0"/>
              </a:rPr>
              <a:t>Prevents repeating column-name and type errors already seen</a:t>
            </a:r>
          </a:p>
          <a:p>
            <a:pPr marL="285750" indent="-285750">
              <a:buFont typeface="Wingdings" panose="05000000000000000000" pitchFamily="2" charset="2"/>
              <a:buChar char="§"/>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sz="1600" b="1" dirty="0">
                <a:latin typeface="Calibri" panose="020F0502020204030204" pitchFamily="34" charset="0"/>
                <a:ea typeface="Calibri" panose="020F0502020204030204" pitchFamily="34" charset="0"/>
                <a:cs typeface="Calibri" panose="020F0502020204030204" pitchFamily="34" charset="0"/>
              </a:rPr>
              <a:t>The agent gets better with every run — no retraining needed</a:t>
            </a:r>
          </a:p>
        </p:txBody>
      </p:sp>
    </p:spTree>
    <p:extLst>
      <p:ext uri="{BB962C8B-B14F-4D97-AF65-F5344CB8AC3E}">
        <p14:creationId xmlns:p14="http://schemas.microsoft.com/office/powerpoint/2010/main" val="453286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5A1AA-5104-48D7-D7A9-5D2A80AC418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9E00F3-164F-08A5-FA7D-E3F9690B5A88}"/>
              </a:ext>
            </a:extLst>
          </p:cNvPr>
          <p:cNvSpPr>
            <a:spLocks noGrp="1"/>
          </p:cNvSpPr>
          <p:nvPr>
            <p:ph idx="1"/>
          </p:nvPr>
        </p:nvSpPr>
        <p:spPr>
          <a:xfrm>
            <a:off x="1048092" y="868680"/>
            <a:ext cx="10095815" cy="5120640"/>
          </a:xfrm>
        </p:spPr>
        <p:txBody>
          <a:bodyPr>
            <a:normAutofit/>
          </a:bodyPr>
          <a:lstStyle/>
          <a:p>
            <a:pPr marL="0" indent="0">
              <a:buNone/>
            </a:pPr>
            <a:r>
              <a:rPr lang="en-US" sz="3000" b="1" dirty="0">
                <a:latin typeface="Calibri" panose="020F0502020204030204" pitchFamily="34" charset="0"/>
                <a:ea typeface="Calibri" panose="020F0502020204030204" pitchFamily="34" charset="0"/>
                <a:cs typeface="Calibri" panose="020F0502020204030204" pitchFamily="34" charset="0"/>
              </a:rPr>
              <a:t>SYSTEM ARCHITECTURE</a:t>
            </a:r>
          </a:p>
          <a:p>
            <a:pPr marL="0" indent="0">
              <a:buNone/>
            </a:pPr>
            <a:r>
              <a:rPr lang="en-US" sz="1800" b="1" dirty="0">
                <a:latin typeface="Calibri" panose="020F0502020204030204" pitchFamily="34" charset="0"/>
                <a:ea typeface="Calibri" panose="020F0502020204030204" pitchFamily="34" charset="0"/>
                <a:cs typeface="Calibri" panose="020F0502020204030204" pitchFamily="34" charset="0"/>
              </a:rPr>
              <a:t>ERRORMAPPING STORE - 6 Error Categories</a:t>
            </a:r>
          </a:p>
          <a:p>
            <a:pPr marL="0" indent="0">
              <a:buNone/>
            </a:pPr>
            <a:endParaRPr lang="en-US" sz="18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9162D86-BB9C-27C1-72FF-322728B18D79}"/>
              </a:ext>
            </a:extLst>
          </p:cNvPr>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9854048" y="172261"/>
            <a:ext cx="2016370" cy="1062110"/>
          </a:xfrm>
          <a:prstGeom prst="rect">
            <a:avLst/>
          </a:prstGeom>
          <a:effectLst/>
        </p:spPr>
      </p:pic>
      <p:sp>
        <p:nvSpPr>
          <p:cNvPr id="5" name="TextBox 4">
            <a:extLst>
              <a:ext uri="{FF2B5EF4-FFF2-40B4-BE49-F238E27FC236}">
                <a16:creationId xmlns:a16="http://schemas.microsoft.com/office/drawing/2014/main" id="{1CD3AFAA-04EC-664D-94E1-ABACCFA29F63}"/>
              </a:ext>
            </a:extLst>
          </p:cNvPr>
          <p:cNvSpPr txBox="1"/>
          <p:nvPr/>
        </p:nvSpPr>
        <p:spPr>
          <a:xfrm>
            <a:off x="79217" y="6503580"/>
            <a:ext cx="8005527" cy="246221"/>
          </a:xfrm>
          <a:prstGeom prst="rect">
            <a:avLst/>
          </a:prstGeom>
          <a:noFill/>
        </p:spPr>
        <p:txBody>
          <a:bodyPr wrap="square">
            <a:spAutoFit/>
          </a:bodyPr>
          <a:lstStyle/>
          <a:p>
            <a:pPr>
              <a:spcAft>
                <a:spcPts val="600"/>
              </a:spcAft>
            </a:pPr>
            <a:r>
              <a:rPr lang="en" sz="1000" dirty="0">
                <a:latin typeface="Times New Roman" panose="02020603050405020304" pitchFamily="18" charset="0"/>
                <a:cs typeface="Times New Roman" panose="02020603050405020304" pitchFamily="18" charset="0"/>
                <a:sym typeface="Lato"/>
              </a:rPr>
              <a:t>M.Eng. Information Technology WS25-26/ </a:t>
            </a:r>
            <a:r>
              <a:rPr lang="en-US" sz="1000" dirty="0">
                <a:latin typeface="Times New Roman" panose="02020603050405020304" pitchFamily="18" charset="0"/>
                <a:cs typeface="Times New Roman" panose="02020603050405020304" pitchFamily="18" charset="0"/>
              </a:rPr>
              <a:t>Damir Dobric &amp; Andreas Pech</a:t>
            </a:r>
            <a:r>
              <a:rPr lang="en" sz="1000" dirty="0">
                <a:latin typeface="Times New Roman" panose="02020603050405020304" pitchFamily="18" charset="0"/>
                <a:cs typeface="Times New Roman" panose="02020603050405020304" pitchFamily="18" charset="0"/>
                <a:sym typeface="Lato"/>
              </a:rPr>
              <a:t>/ </a:t>
            </a:r>
            <a:r>
              <a:rPr lang="en-US" sz="1000" dirty="0">
                <a:latin typeface="Times New Roman" panose="02020603050405020304" pitchFamily="18" charset="0"/>
                <a:cs typeface="Times New Roman" panose="02020603050405020304" pitchFamily="18" charset="0"/>
              </a:rPr>
              <a:t>Module Software Engineering</a:t>
            </a:r>
          </a:p>
        </p:txBody>
      </p:sp>
      <p:sp>
        <p:nvSpPr>
          <p:cNvPr id="2" name="Slide Number Placeholder 1">
            <a:extLst>
              <a:ext uri="{FF2B5EF4-FFF2-40B4-BE49-F238E27FC236}">
                <a16:creationId xmlns:a16="http://schemas.microsoft.com/office/drawing/2014/main" id="{EEA9950F-C9FB-89A0-1FA6-A827790C3D87}"/>
              </a:ext>
            </a:extLst>
          </p:cNvPr>
          <p:cNvSpPr>
            <a:spLocks noGrp="1"/>
          </p:cNvSpPr>
          <p:nvPr>
            <p:ph type="sldNum" sz="quarter" idx="12"/>
          </p:nvPr>
        </p:nvSpPr>
        <p:spPr/>
        <p:txBody>
          <a:bodyPr/>
          <a:lstStyle/>
          <a:p>
            <a:fld id="{130AC47B-80C8-4C1B-84E9-DE269DE6DDAD}" type="slidenum">
              <a:rPr lang="en-US" smtClean="0"/>
              <a:t>6</a:t>
            </a:fld>
            <a:endParaRPr lang="en-US"/>
          </a:p>
        </p:txBody>
      </p:sp>
      <p:sp>
        <p:nvSpPr>
          <p:cNvPr id="36" name="Shape 19">
            <a:extLst>
              <a:ext uri="{FF2B5EF4-FFF2-40B4-BE49-F238E27FC236}">
                <a16:creationId xmlns:a16="http://schemas.microsoft.com/office/drawing/2014/main" id="{8578B58A-49D6-4E0B-EF73-9DB9EA1E8E19}"/>
              </a:ext>
            </a:extLst>
          </p:cNvPr>
          <p:cNvSpPr/>
          <p:nvPr/>
        </p:nvSpPr>
        <p:spPr>
          <a:xfrm>
            <a:off x="2441448" y="2296266"/>
            <a:ext cx="2286000" cy="556309"/>
          </a:xfrm>
          <a:prstGeom prst="roundRect">
            <a:avLst>
              <a:gd name="adj" fmla="val 24697"/>
            </a:avLst>
          </a:prstGeom>
          <a:solidFill>
            <a:schemeClr val="accent1">
              <a:lumMod val="20000"/>
              <a:lumOff val="80000"/>
            </a:schemeClr>
          </a:solidFill>
          <a:ln w="12700">
            <a:solidFill>
              <a:schemeClr val="accent1"/>
            </a:solidFill>
            <a:prstDash val="solid"/>
          </a:ln>
        </p:spPr>
        <p:txBody>
          <a:bodyPr anchor="ctr"/>
          <a:lstStyle/>
          <a:p>
            <a:pPr algn="ctr"/>
            <a:r>
              <a:rPr lang="en-US" b="1" dirty="0" err="1"/>
              <a:t>ColumnNotFound</a:t>
            </a:r>
            <a:endParaRPr lang="en-DE" b="1" dirty="0"/>
          </a:p>
        </p:txBody>
      </p:sp>
      <p:sp>
        <p:nvSpPr>
          <p:cNvPr id="38" name="Shape 19">
            <a:extLst>
              <a:ext uri="{FF2B5EF4-FFF2-40B4-BE49-F238E27FC236}">
                <a16:creationId xmlns:a16="http://schemas.microsoft.com/office/drawing/2014/main" id="{3225D5A1-1C47-861D-07CD-EF3117FEBFC7}"/>
              </a:ext>
            </a:extLst>
          </p:cNvPr>
          <p:cNvSpPr/>
          <p:nvPr/>
        </p:nvSpPr>
        <p:spPr>
          <a:xfrm>
            <a:off x="2441448" y="3302844"/>
            <a:ext cx="2286000" cy="556309"/>
          </a:xfrm>
          <a:prstGeom prst="roundRect">
            <a:avLst>
              <a:gd name="adj" fmla="val 24697"/>
            </a:avLst>
          </a:prstGeom>
          <a:solidFill>
            <a:schemeClr val="accent1">
              <a:lumMod val="20000"/>
              <a:lumOff val="80000"/>
            </a:schemeClr>
          </a:solidFill>
          <a:ln w="12700">
            <a:solidFill>
              <a:schemeClr val="accent1"/>
            </a:solidFill>
            <a:prstDash val="solid"/>
          </a:ln>
        </p:spPr>
        <p:txBody>
          <a:bodyPr anchor="ctr"/>
          <a:lstStyle/>
          <a:p>
            <a:pPr algn="ctr"/>
            <a:r>
              <a:rPr lang="en-US" b="1" dirty="0" err="1"/>
              <a:t>SyntaxError</a:t>
            </a:r>
            <a:endParaRPr lang="en-DE" b="1" dirty="0"/>
          </a:p>
        </p:txBody>
      </p:sp>
      <p:sp>
        <p:nvSpPr>
          <p:cNvPr id="39" name="Shape 19">
            <a:extLst>
              <a:ext uri="{FF2B5EF4-FFF2-40B4-BE49-F238E27FC236}">
                <a16:creationId xmlns:a16="http://schemas.microsoft.com/office/drawing/2014/main" id="{94C6BBCB-1075-DBB3-6F91-EF5ADFA41270}"/>
              </a:ext>
            </a:extLst>
          </p:cNvPr>
          <p:cNvSpPr/>
          <p:nvPr/>
        </p:nvSpPr>
        <p:spPr>
          <a:xfrm>
            <a:off x="2441448" y="4373413"/>
            <a:ext cx="2286000" cy="556309"/>
          </a:xfrm>
          <a:prstGeom prst="roundRect">
            <a:avLst>
              <a:gd name="adj" fmla="val 24697"/>
            </a:avLst>
          </a:prstGeom>
          <a:solidFill>
            <a:schemeClr val="accent1">
              <a:lumMod val="20000"/>
              <a:lumOff val="80000"/>
            </a:schemeClr>
          </a:solidFill>
          <a:ln w="12700">
            <a:solidFill>
              <a:schemeClr val="accent1"/>
            </a:solidFill>
            <a:prstDash val="solid"/>
          </a:ln>
        </p:spPr>
        <p:txBody>
          <a:bodyPr anchor="ctr"/>
          <a:lstStyle/>
          <a:p>
            <a:pPr algn="ctr"/>
            <a:r>
              <a:rPr lang="en-US" b="1" dirty="0" err="1"/>
              <a:t>RuntimeError</a:t>
            </a:r>
            <a:endParaRPr lang="en-DE" b="1" dirty="0"/>
          </a:p>
        </p:txBody>
      </p:sp>
      <p:sp>
        <p:nvSpPr>
          <p:cNvPr id="40" name="Shape 19">
            <a:extLst>
              <a:ext uri="{FF2B5EF4-FFF2-40B4-BE49-F238E27FC236}">
                <a16:creationId xmlns:a16="http://schemas.microsoft.com/office/drawing/2014/main" id="{E0286EAD-A648-EA93-81C6-1A0859ECA7D2}"/>
              </a:ext>
            </a:extLst>
          </p:cNvPr>
          <p:cNvSpPr/>
          <p:nvPr/>
        </p:nvSpPr>
        <p:spPr>
          <a:xfrm>
            <a:off x="6800088" y="2296266"/>
            <a:ext cx="2286000" cy="556309"/>
          </a:xfrm>
          <a:prstGeom prst="roundRect">
            <a:avLst>
              <a:gd name="adj" fmla="val 24697"/>
            </a:avLst>
          </a:prstGeom>
          <a:solidFill>
            <a:schemeClr val="accent1">
              <a:lumMod val="20000"/>
              <a:lumOff val="80000"/>
            </a:schemeClr>
          </a:solidFill>
          <a:ln w="12700">
            <a:solidFill>
              <a:schemeClr val="accent1"/>
            </a:solidFill>
            <a:prstDash val="solid"/>
          </a:ln>
        </p:spPr>
        <p:txBody>
          <a:bodyPr anchor="ctr"/>
          <a:lstStyle/>
          <a:p>
            <a:pPr algn="ctr"/>
            <a:r>
              <a:rPr lang="en-US" b="1" dirty="0" err="1"/>
              <a:t>TypeError</a:t>
            </a:r>
            <a:endParaRPr lang="en-DE" b="1" dirty="0"/>
          </a:p>
        </p:txBody>
      </p:sp>
      <p:sp>
        <p:nvSpPr>
          <p:cNvPr id="41" name="Shape 19">
            <a:extLst>
              <a:ext uri="{FF2B5EF4-FFF2-40B4-BE49-F238E27FC236}">
                <a16:creationId xmlns:a16="http://schemas.microsoft.com/office/drawing/2014/main" id="{EFB84F46-E7B4-649A-315D-A0C27D2A8946}"/>
              </a:ext>
            </a:extLst>
          </p:cNvPr>
          <p:cNvSpPr/>
          <p:nvPr/>
        </p:nvSpPr>
        <p:spPr>
          <a:xfrm>
            <a:off x="6800088" y="3302844"/>
            <a:ext cx="2286000" cy="556309"/>
          </a:xfrm>
          <a:prstGeom prst="roundRect">
            <a:avLst>
              <a:gd name="adj" fmla="val 24697"/>
            </a:avLst>
          </a:prstGeom>
          <a:solidFill>
            <a:schemeClr val="accent1">
              <a:lumMod val="20000"/>
              <a:lumOff val="80000"/>
            </a:schemeClr>
          </a:solidFill>
          <a:ln w="12700">
            <a:solidFill>
              <a:schemeClr val="accent1"/>
            </a:solidFill>
            <a:prstDash val="solid"/>
          </a:ln>
        </p:spPr>
        <p:txBody>
          <a:bodyPr anchor="ctr"/>
          <a:lstStyle/>
          <a:p>
            <a:pPr algn="ctr"/>
            <a:r>
              <a:rPr lang="en-US" b="1" dirty="0" err="1"/>
              <a:t>ImportError</a:t>
            </a:r>
            <a:endParaRPr lang="en-DE" b="1" dirty="0"/>
          </a:p>
        </p:txBody>
      </p:sp>
      <p:sp>
        <p:nvSpPr>
          <p:cNvPr id="42" name="Shape 19">
            <a:extLst>
              <a:ext uri="{FF2B5EF4-FFF2-40B4-BE49-F238E27FC236}">
                <a16:creationId xmlns:a16="http://schemas.microsoft.com/office/drawing/2014/main" id="{148963C7-C292-9F04-B76B-FD18811E1B90}"/>
              </a:ext>
            </a:extLst>
          </p:cNvPr>
          <p:cNvSpPr/>
          <p:nvPr/>
        </p:nvSpPr>
        <p:spPr>
          <a:xfrm>
            <a:off x="6800088" y="4373413"/>
            <a:ext cx="2286000" cy="556309"/>
          </a:xfrm>
          <a:prstGeom prst="roundRect">
            <a:avLst>
              <a:gd name="adj" fmla="val 24697"/>
            </a:avLst>
          </a:prstGeom>
          <a:solidFill>
            <a:schemeClr val="accent1">
              <a:lumMod val="20000"/>
              <a:lumOff val="80000"/>
            </a:schemeClr>
          </a:solidFill>
          <a:ln w="12700">
            <a:solidFill>
              <a:schemeClr val="accent1"/>
            </a:solidFill>
            <a:prstDash val="solid"/>
          </a:ln>
        </p:spPr>
        <p:txBody>
          <a:bodyPr anchor="ctr"/>
          <a:lstStyle/>
          <a:p>
            <a:pPr algn="ctr"/>
            <a:r>
              <a:rPr lang="en-US" b="1" dirty="0" err="1"/>
              <a:t>ValidationError</a:t>
            </a:r>
            <a:endParaRPr lang="en-DE" b="1" dirty="0"/>
          </a:p>
        </p:txBody>
      </p:sp>
    </p:spTree>
    <p:extLst>
      <p:ext uri="{BB962C8B-B14F-4D97-AF65-F5344CB8AC3E}">
        <p14:creationId xmlns:p14="http://schemas.microsoft.com/office/powerpoint/2010/main" val="3608509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C6E48-F462-1C2C-5FCD-FC6F3CA38C5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B6216-A0D9-BBC3-13BF-1895CC025242}"/>
              </a:ext>
            </a:extLst>
          </p:cNvPr>
          <p:cNvSpPr>
            <a:spLocks noGrp="1"/>
          </p:cNvSpPr>
          <p:nvPr>
            <p:ph idx="1"/>
          </p:nvPr>
        </p:nvSpPr>
        <p:spPr>
          <a:xfrm>
            <a:off x="1048092" y="868680"/>
            <a:ext cx="10095815" cy="5120640"/>
          </a:xfrm>
        </p:spPr>
        <p:txBody>
          <a:bodyPr>
            <a:normAutofit/>
          </a:bodyPr>
          <a:lstStyle/>
          <a:p>
            <a:pPr marL="0" indent="0">
              <a:buNone/>
            </a:pPr>
            <a:r>
              <a:rPr lang="en-US" sz="3000" b="1" dirty="0">
                <a:latin typeface="Calibri" panose="020F0502020204030204" pitchFamily="34" charset="0"/>
                <a:ea typeface="Calibri" panose="020F0502020204030204" pitchFamily="34" charset="0"/>
                <a:cs typeface="Calibri" panose="020F0502020204030204" pitchFamily="34" charset="0"/>
              </a:rPr>
              <a:t>SECURITY PIPELINE</a:t>
            </a: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5973148-71D0-2910-8147-2A4EE76C722D}"/>
              </a:ext>
            </a:extLst>
          </p:cNvPr>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9854048" y="172261"/>
            <a:ext cx="2016370" cy="1062110"/>
          </a:xfrm>
          <a:prstGeom prst="rect">
            <a:avLst/>
          </a:prstGeom>
          <a:effectLst/>
        </p:spPr>
      </p:pic>
      <p:sp>
        <p:nvSpPr>
          <p:cNvPr id="5" name="TextBox 4">
            <a:extLst>
              <a:ext uri="{FF2B5EF4-FFF2-40B4-BE49-F238E27FC236}">
                <a16:creationId xmlns:a16="http://schemas.microsoft.com/office/drawing/2014/main" id="{D05B0F90-0C39-896E-9360-6F275395C089}"/>
              </a:ext>
            </a:extLst>
          </p:cNvPr>
          <p:cNvSpPr txBox="1"/>
          <p:nvPr/>
        </p:nvSpPr>
        <p:spPr>
          <a:xfrm>
            <a:off x="79217" y="6503580"/>
            <a:ext cx="8005527" cy="246221"/>
          </a:xfrm>
          <a:prstGeom prst="rect">
            <a:avLst/>
          </a:prstGeom>
          <a:noFill/>
        </p:spPr>
        <p:txBody>
          <a:bodyPr wrap="square">
            <a:spAutoFit/>
          </a:bodyPr>
          <a:lstStyle/>
          <a:p>
            <a:pPr>
              <a:spcAft>
                <a:spcPts val="600"/>
              </a:spcAft>
            </a:pPr>
            <a:r>
              <a:rPr lang="en" sz="1000" dirty="0">
                <a:latin typeface="Times New Roman" panose="02020603050405020304" pitchFamily="18" charset="0"/>
                <a:cs typeface="Times New Roman" panose="02020603050405020304" pitchFamily="18" charset="0"/>
                <a:sym typeface="Lato"/>
              </a:rPr>
              <a:t>M.Eng. Information Technology WS25-26/ </a:t>
            </a:r>
            <a:r>
              <a:rPr lang="en-US" sz="1000" dirty="0">
                <a:latin typeface="Times New Roman" panose="02020603050405020304" pitchFamily="18" charset="0"/>
                <a:cs typeface="Times New Roman" panose="02020603050405020304" pitchFamily="18" charset="0"/>
              </a:rPr>
              <a:t>Damir Dobric &amp; Andreas Pech</a:t>
            </a:r>
            <a:r>
              <a:rPr lang="en" sz="1000" dirty="0">
                <a:latin typeface="Times New Roman" panose="02020603050405020304" pitchFamily="18" charset="0"/>
                <a:cs typeface="Times New Roman" panose="02020603050405020304" pitchFamily="18" charset="0"/>
                <a:sym typeface="Lato"/>
              </a:rPr>
              <a:t>/ </a:t>
            </a:r>
            <a:r>
              <a:rPr lang="en-US" sz="1000" dirty="0">
                <a:latin typeface="Times New Roman" panose="02020603050405020304" pitchFamily="18" charset="0"/>
                <a:cs typeface="Times New Roman" panose="02020603050405020304" pitchFamily="18" charset="0"/>
              </a:rPr>
              <a:t>Module Software Engineering</a:t>
            </a:r>
          </a:p>
        </p:txBody>
      </p:sp>
      <p:sp>
        <p:nvSpPr>
          <p:cNvPr id="2" name="Slide Number Placeholder 1">
            <a:extLst>
              <a:ext uri="{FF2B5EF4-FFF2-40B4-BE49-F238E27FC236}">
                <a16:creationId xmlns:a16="http://schemas.microsoft.com/office/drawing/2014/main" id="{43AEC20B-FB0C-6508-9C02-18B9970770A1}"/>
              </a:ext>
            </a:extLst>
          </p:cNvPr>
          <p:cNvSpPr>
            <a:spLocks noGrp="1"/>
          </p:cNvSpPr>
          <p:nvPr>
            <p:ph type="sldNum" sz="quarter" idx="12"/>
          </p:nvPr>
        </p:nvSpPr>
        <p:spPr/>
        <p:txBody>
          <a:bodyPr/>
          <a:lstStyle/>
          <a:p>
            <a:fld id="{130AC47B-80C8-4C1B-84E9-DE269DE6DDAD}" type="slidenum">
              <a:rPr lang="en-US" smtClean="0"/>
              <a:t>7</a:t>
            </a:fld>
            <a:endParaRPr lang="en-US"/>
          </a:p>
        </p:txBody>
      </p:sp>
      <p:sp>
        <p:nvSpPr>
          <p:cNvPr id="10" name="Shape 3">
            <a:extLst>
              <a:ext uri="{FF2B5EF4-FFF2-40B4-BE49-F238E27FC236}">
                <a16:creationId xmlns:a16="http://schemas.microsoft.com/office/drawing/2014/main" id="{873FDA74-99D4-7E47-A728-73D50B53B2CF}"/>
              </a:ext>
            </a:extLst>
          </p:cNvPr>
          <p:cNvSpPr/>
          <p:nvPr/>
        </p:nvSpPr>
        <p:spPr>
          <a:xfrm>
            <a:off x="1124712" y="1645920"/>
            <a:ext cx="4160520" cy="804672"/>
          </a:xfrm>
          <a:prstGeom prst="rect">
            <a:avLst/>
          </a:prstGeom>
          <a:solidFill>
            <a:schemeClr val="accent1">
              <a:lumMod val="20000"/>
              <a:lumOff val="80000"/>
            </a:schemeClr>
          </a:solidFill>
          <a:ln w="12700">
            <a:solidFill>
              <a:srgbClr val="0077A8"/>
            </a:solidFill>
            <a:prstDash val="solid"/>
          </a:ln>
        </p:spPr>
        <p:txBody>
          <a:bodyPr/>
          <a:lstStyle/>
          <a:p>
            <a:endParaRPr lang="en-DE" dirty="0">
              <a:solidFill>
                <a:srgbClr val="00B0F0"/>
              </a:solidFill>
            </a:endParaRPr>
          </a:p>
        </p:txBody>
      </p:sp>
      <p:sp>
        <p:nvSpPr>
          <p:cNvPr id="11" name="Text 4">
            <a:extLst>
              <a:ext uri="{FF2B5EF4-FFF2-40B4-BE49-F238E27FC236}">
                <a16:creationId xmlns:a16="http://schemas.microsoft.com/office/drawing/2014/main" id="{D2858DE3-4428-8A41-AE04-C615E53DD7CF}"/>
              </a:ext>
            </a:extLst>
          </p:cNvPr>
          <p:cNvSpPr/>
          <p:nvPr/>
        </p:nvSpPr>
        <p:spPr>
          <a:xfrm>
            <a:off x="1234440" y="1719072"/>
            <a:ext cx="457200" cy="32004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01</a:t>
            </a:r>
            <a:endParaRPr lang="en-US" sz="1400" dirty="0"/>
          </a:p>
        </p:txBody>
      </p:sp>
      <p:sp>
        <p:nvSpPr>
          <p:cNvPr id="12" name="Text 5">
            <a:extLst>
              <a:ext uri="{FF2B5EF4-FFF2-40B4-BE49-F238E27FC236}">
                <a16:creationId xmlns:a16="http://schemas.microsoft.com/office/drawing/2014/main" id="{BEA182C8-F137-F25B-0AC1-86B79F8E2DA9}"/>
              </a:ext>
            </a:extLst>
          </p:cNvPr>
          <p:cNvSpPr/>
          <p:nvPr/>
        </p:nvSpPr>
        <p:spPr>
          <a:xfrm>
            <a:off x="1719072" y="1719072"/>
            <a:ext cx="3429000" cy="320040"/>
          </a:xfrm>
          <a:prstGeom prst="rect">
            <a:avLst/>
          </a:prstGeom>
          <a:noFill/>
          <a:ln/>
        </p:spPr>
        <p:txBody>
          <a:bodyPr wrap="square" lIns="0" tIns="0" rIns="0" bIns="0" rtlCol="0" anchor="ctr"/>
          <a:lstStyle/>
          <a:p>
            <a:pPr marL="0" indent="0">
              <a:buNone/>
            </a:pPr>
            <a:r>
              <a:rPr lang="en-US" sz="1300" b="1" dirty="0">
                <a:latin typeface="Consolas" pitchFamily="34" charset="0"/>
              </a:rPr>
              <a:t>Safety Check</a:t>
            </a:r>
            <a:endParaRPr lang="en-US" sz="1300" dirty="0"/>
          </a:p>
        </p:txBody>
      </p:sp>
      <p:sp>
        <p:nvSpPr>
          <p:cNvPr id="13" name="Text 6">
            <a:extLst>
              <a:ext uri="{FF2B5EF4-FFF2-40B4-BE49-F238E27FC236}">
                <a16:creationId xmlns:a16="http://schemas.microsoft.com/office/drawing/2014/main" id="{AD6D1C2B-834A-F289-9912-4BE4610B5EA2}"/>
              </a:ext>
            </a:extLst>
          </p:cNvPr>
          <p:cNvSpPr/>
          <p:nvPr/>
        </p:nvSpPr>
        <p:spPr>
          <a:xfrm>
            <a:off x="1719072" y="2066544"/>
            <a:ext cx="3429000" cy="320040"/>
          </a:xfrm>
          <a:prstGeom prst="rect">
            <a:avLst/>
          </a:prstGeom>
          <a:noFill/>
          <a:ln/>
        </p:spPr>
        <p:txBody>
          <a:bodyPr wrap="square" lIns="0" tIns="0" rIns="0" bIns="0" rtlCol="0" anchor="ctr"/>
          <a:lstStyle/>
          <a:p>
            <a:r>
              <a:rPr lang="en-US" sz="1050" i="1" dirty="0">
                <a:latin typeface="Calibri" pitchFamily="34" charset="0"/>
                <a:ea typeface="Calibri" pitchFamily="34" charset="-122"/>
                <a:cs typeface="Calibri" pitchFamily="34" charset="-120"/>
              </a:rPr>
              <a:t>Blocks dangerous imports (`os`, `subprocess`) and functions (`eval`, `exec`)</a:t>
            </a:r>
          </a:p>
        </p:txBody>
      </p:sp>
      <p:sp>
        <p:nvSpPr>
          <p:cNvPr id="15" name="Shape 3">
            <a:extLst>
              <a:ext uri="{FF2B5EF4-FFF2-40B4-BE49-F238E27FC236}">
                <a16:creationId xmlns:a16="http://schemas.microsoft.com/office/drawing/2014/main" id="{C86A0346-0838-4AD5-10FF-06548E056590}"/>
              </a:ext>
            </a:extLst>
          </p:cNvPr>
          <p:cNvSpPr/>
          <p:nvPr/>
        </p:nvSpPr>
        <p:spPr>
          <a:xfrm>
            <a:off x="1124712" y="2689811"/>
            <a:ext cx="4160520" cy="804672"/>
          </a:xfrm>
          <a:prstGeom prst="rect">
            <a:avLst/>
          </a:prstGeom>
          <a:solidFill>
            <a:schemeClr val="accent1">
              <a:lumMod val="20000"/>
              <a:lumOff val="80000"/>
            </a:schemeClr>
          </a:solidFill>
          <a:ln w="12700">
            <a:solidFill>
              <a:srgbClr val="0077A8"/>
            </a:solidFill>
            <a:prstDash val="solid"/>
          </a:ln>
        </p:spPr>
        <p:txBody>
          <a:bodyPr/>
          <a:lstStyle/>
          <a:p>
            <a:endParaRPr lang="en-DE" dirty="0">
              <a:solidFill>
                <a:srgbClr val="00B0F0"/>
              </a:solidFill>
            </a:endParaRPr>
          </a:p>
        </p:txBody>
      </p:sp>
      <p:sp>
        <p:nvSpPr>
          <p:cNvPr id="16" name="Text 4">
            <a:extLst>
              <a:ext uri="{FF2B5EF4-FFF2-40B4-BE49-F238E27FC236}">
                <a16:creationId xmlns:a16="http://schemas.microsoft.com/office/drawing/2014/main" id="{9B060D78-11E9-A66A-CD6E-6E4445DC53AF}"/>
              </a:ext>
            </a:extLst>
          </p:cNvPr>
          <p:cNvSpPr/>
          <p:nvPr/>
        </p:nvSpPr>
        <p:spPr>
          <a:xfrm>
            <a:off x="1234440" y="2762963"/>
            <a:ext cx="457200" cy="32004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02</a:t>
            </a:r>
            <a:endParaRPr lang="en-US" sz="1400" dirty="0"/>
          </a:p>
        </p:txBody>
      </p:sp>
      <p:sp>
        <p:nvSpPr>
          <p:cNvPr id="17" name="Text 5">
            <a:extLst>
              <a:ext uri="{FF2B5EF4-FFF2-40B4-BE49-F238E27FC236}">
                <a16:creationId xmlns:a16="http://schemas.microsoft.com/office/drawing/2014/main" id="{F196D425-E946-DD8C-E834-BFFE33C509D4}"/>
              </a:ext>
            </a:extLst>
          </p:cNvPr>
          <p:cNvSpPr/>
          <p:nvPr/>
        </p:nvSpPr>
        <p:spPr>
          <a:xfrm>
            <a:off x="1719072" y="2762963"/>
            <a:ext cx="3429000" cy="320040"/>
          </a:xfrm>
          <a:prstGeom prst="rect">
            <a:avLst/>
          </a:prstGeom>
          <a:noFill/>
          <a:ln/>
        </p:spPr>
        <p:txBody>
          <a:bodyPr wrap="square" lIns="0" tIns="0" rIns="0" bIns="0" rtlCol="0" anchor="ctr"/>
          <a:lstStyle/>
          <a:p>
            <a:r>
              <a:rPr lang="en-US" sz="1300" b="1" dirty="0">
                <a:latin typeface="Consolas" pitchFamily="34" charset="0"/>
                <a:ea typeface="Consolas" pitchFamily="34" charset="-122"/>
                <a:cs typeface="Consolas" pitchFamily="34" charset="-120"/>
              </a:rPr>
              <a:t>Structure Check</a:t>
            </a:r>
            <a:endParaRPr lang="en-US" sz="1300" dirty="0"/>
          </a:p>
        </p:txBody>
      </p:sp>
      <p:sp>
        <p:nvSpPr>
          <p:cNvPr id="18" name="Text 6">
            <a:extLst>
              <a:ext uri="{FF2B5EF4-FFF2-40B4-BE49-F238E27FC236}">
                <a16:creationId xmlns:a16="http://schemas.microsoft.com/office/drawing/2014/main" id="{927326DE-EDA1-9F40-22D1-18ADA041FCAD}"/>
              </a:ext>
            </a:extLst>
          </p:cNvPr>
          <p:cNvSpPr/>
          <p:nvPr/>
        </p:nvSpPr>
        <p:spPr>
          <a:xfrm>
            <a:off x="1719072" y="3110435"/>
            <a:ext cx="3429000" cy="320040"/>
          </a:xfrm>
          <a:prstGeom prst="rect">
            <a:avLst/>
          </a:prstGeom>
          <a:noFill/>
          <a:ln/>
        </p:spPr>
        <p:txBody>
          <a:bodyPr wrap="square" lIns="0" tIns="0" rIns="0" bIns="0" rtlCol="0" anchor="ctr"/>
          <a:lstStyle/>
          <a:p>
            <a:r>
              <a:rPr lang="en-US" sz="1050" i="1" dirty="0">
                <a:latin typeface="Calibri" pitchFamily="34" charset="0"/>
                <a:ea typeface="Calibri" pitchFamily="34" charset="-122"/>
                <a:cs typeface="Calibri" pitchFamily="34" charset="-120"/>
              </a:rPr>
              <a:t>Ensures `matplotlib` uses the background `Agg` engine and saves the file correctly.</a:t>
            </a:r>
          </a:p>
        </p:txBody>
      </p:sp>
      <p:sp>
        <p:nvSpPr>
          <p:cNvPr id="19" name="Shape 3">
            <a:extLst>
              <a:ext uri="{FF2B5EF4-FFF2-40B4-BE49-F238E27FC236}">
                <a16:creationId xmlns:a16="http://schemas.microsoft.com/office/drawing/2014/main" id="{C781F83E-C58D-0356-417B-D85A4CBE664F}"/>
              </a:ext>
            </a:extLst>
          </p:cNvPr>
          <p:cNvSpPr/>
          <p:nvPr/>
        </p:nvSpPr>
        <p:spPr>
          <a:xfrm>
            <a:off x="1124712" y="3706270"/>
            <a:ext cx="4160520" cy="804672"/>
          </a:xfrm>
          <a:prstGeom prst="rect">
            <a:avLst/>
          </a:prstGeom>
          <a:solidFill>
            <a:schemeClr val="accent1">
              <a:lumMod val="20000"/>
              <a:lumOff val="80000"/>
            </a:schemeClr>
          </a:solidFill>
          <a:ln w="12700">
            <a:solidFill>
              <a:srgbClr val="0077A8"/>
            </a:solidFill>
            <a:prstDash val="solid"/>
          </a:ln>
        </p:spPr>
        <p:txBody>
          <a:bodyPr/>
          <a:lstStyle/>
          <a:p>
            <a:endParaRPr lang="en-DE" dirty="0">
              <a:solidFill>
                <a:srgbClr val="00B0F0"/>
              </a:solidFill>
            </a:endParaRPr>
          </a:p>
        </p:txBody>
      </p:sp>
      <p:sp>
        <p:nvSpPr>
          <p:cNvPr id="20" name="Text 4">
            <a:extLst>
              <a:ext uri="{FF2B5EF4-FFF2-40B4-BE49-F238E27FC236}">
                <a16:creationId xmlns:a16="http://schemas.microsoft.com/office/drawing/2014/main" id="{82F9A564-180B-F4D3-7C07-EF741C3F91B3}"/>
              </a:ext>
            </a:extLst>
          </p:cNvPr>
          <p:cNvSpPr/>
          <p:nvPr/>
        </p:nvSpPr>
        <p:spPr>
          <a:xfrm>
            <a:off x="1234440" y="3779422"/>
            <a:ext cx="457200" cy="32004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03</a:t>
            </a:r>
            <a:endParaRPr lang="en-US" sz="1400" dirty="0"/>
          </a:p>
        </p:txBody>
      </p:sp>
      <p:sp>
        <p:nvSpPr>
          <p:cNvPr id="21" name="Text 5">
            <a:extLst>
              <a:ext uri="{FF2B5EF4-FFF2-40B4-BE49-F238E27FC236}">
                <a16:creationId xmlns:a16="http://schemas.microsoft.com/office/drawing/2014/main" id="{E03515E4-0A6C-575B-2A55-929B816B013E}"/>
              </a:ext>
            </a:extLst>
          </p:cNvPr>
          <p:cNvSpPr/>
          <p:nvPr/>
        </p:nvSpPr>
        <p:spPr>
          <a:xfrm>
            <a:off x="1719072" y="3779422"/>
            <a:ext cx="3429000" cy="320040"/>
          </a:xfrm>
          <a:prstGeom prst="rect">
            <a:avLst/>
          </a:prstGeom>
          <a:noFill/>
          <a:ln/>
        </p:spPr>
        <p:txBody>
          <a:bodyPr wrap="square" lIns="0" tIns="0" rIns="0" bIns="0" rtlCol="0" anchor="ctr"/>
          <a:lstStyle/>
          <a:p>
            <a:r>
              <a:rPr lang="en-US" sz="1300" b="1" dirty="0">
                <a:latin typeface="Consolas" pitchFamily="34" charset="0"/>
                <a:ea typeface="Consolas" pitchFamily="34" charset="-122"/>
                <a:cs typeface="Consolas" pitchFamily="34" charset="-120"/>
              </a:rPr>
              <a:t>Syntax Check</a:t>
            </a:r>
            <a:endParaRPr lang="en-US" sz="1300" dirty="0"/>
          </a:p>
        </p:txBody>
      </p:sp>
      <p:sp>
        <p:nvSpPr>
          <p:cNvPr id="22" name="Text 6">
            <a:extLst>
              <a:ext uri="{FF2B5EF4-FFF2-40B4-BE49-F238E27FC236}">
                <a16:creationId xmlns:a16="http://schemas.microsoft.com/office/drawing/2014/main" id="{D514C63E-E6C0-F7D3-308A-7882017C97A6}"/>
              </a:ext>
            </a:extLst>
          </p:cNvPr>
          <p:cNvSpPr/>
          <p:nvPr/>
        </p:nvSpPr>
        <p:spPr>
          <a:xfrm>
            <a:off x="1719072" y="4126894"/>
            <a:ext cx="3429000" cy="320040"/>
          </a:xfrm>
          <a:prstGeom prst="rect">
            <a:avLst/>
          </a:prstGeom>
          <a:noFill/>
          <a:ln/>
        </p:spPr>
        <p:txBody>
          <a:bodyPr wrap="square" lIns="0" tIns="0" rIns="0" bIns="0" rtlCol="0" anchor="ctr"/>
          <a:lstStyle/>
          <a:p>
            <a:r>
              <a:rPr lang="en-US" sz="1050" i="1" dirty="0">
                <a:latin typeface="Calibri" pitchFamily="34" charset="0"/>
                <a:ea typeface="Calibri" pitchFamily="34" charset="-122"/>
                <a:cs typeface="Calibri" pitchFamily="34" charset="-120"/>
              </a:rPr>
              <a:t>Validates structure via Python Abstract Syntax Tree (AST) parsing.</a:t>
            </a:r>
          </a:p>
        </p:txBody>
      </p:sp>
      <p:sp>
        <p:nvSpPr>
          <p:cNvPr id="23" name="Shape 3">
            <a:extLst>
              <a:ext uri="{FF2B5EF4-FFF2-40B4-BE49-F238E27FC236}">
                <a16:creationId xmlns:a16="http://schemas.microsoft.com/office/drawing/2014/main" id="{52DB856C-770A-6480-8CAA-8885FCF50DAF}"/>
              </a:ext>
            </a:extLst>
          </p:cNvPr>
          <p:cNvSpPr/>
          <p:nvPr/>
        </p:nvSpPr>
        <p:spPr>
          <a:xfrm>
            <a:off x="1124712" y="4814316"/>
            <a:ext cx="4160520" cy="804672"/>
          </a:xfrm>
          <a:prstGeom prst="rect">
            <a:avLst/>
          </a:prstGeom>
          <a:solidFill>
            <a:schemeClr val="accent1">
              <a:lumMod val="20000"/>
              <a:lumOff val="80000"/>
            </a:schemeClr>
          </a:solidFill>
          <a:ln w="12700">
            <a:solidFill>
              <a:srgbClr val="0077A8"/>
            </a:solidFill>
            <a:prstDash val="solid"/>
          </a:ln>
        </p:spPr>
        <p:txBody>
          <a:bodyPr/>
          <a:lstStyle/>
          <a:p>
            <a:endParaRPr lang="en-DE" dirty="0">
              <a:solidFill>
                <a:srgbClr val="00B0F0"/>
              </a:solidFill>
            </a:endParaRPr>
          </a:p>
        </p:txBody>
      </p:sp>
      <p:sp>
        <p:nvSpPr>
          <p:cNvPr id="24" name="Text 4">
            <a:extLst>
              <a:ext uri="{FF2B5EF4-FFF2-40B4-BE49-F238E27FC236}">
                <a16:creationId xmlns:a16="http://schemas.microsoft.com/office/drawing/2014/main" id="{1EECE233-C6E8-A48B-F17F-1650DF95EEBF}"/>
              </a:ext>
            </a:extLst>
          </p:cNvPr>
          <p:cNvSpPr/>
          <p:nvPr/>
        </p:nvSpPr>
        <p:spPr>
          <a:xfrm>
            <a:off x="1234440" y="4887468"/>
            <a:ext cx="457200" cy="32004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04</a:t>
            </a:r>
            <a:endParaRPr lang="en-US" sz="1400" dirty="0"/>
          </a:p>
        </p:txBody>
      </p:sp>
      <p:sp>
        <p:nvSpPr>
          <p:cNvPr id="25" name="Text 5">
            <a:extLst>
              <a:ext uri="{FF2B5EF4-FFF2-40B4-BE49-F238E27FC236}">
                <a16:creationId xmlns:a16="http://schemas.microsoft.com/office/drawing/2014/main" id="{5E08D494-68D7-CDEC-F175-6FC837067092}"/>
              </a:ext>
            </a:extLst>
          </p:cNvPr>
          <p:cNvSpPr/>
          <p:nvPr/>
        </p:nvSpPr>
        <p:spPr>
          <a:xfrm>
            <a:off x="1719072" y="4887468"/>
            <a:ext cx="3429000" cy="320040"/>
          </a:xfrm>
          <a:prstGeom prst="rect">
            <a:avLst/>
          </a:prstGeom>
          <a:noFill/>
          <a:ln/>
        </p:spPr>
        <p:txBody>
          <a:bodyPr wrap="square" lIns="0" tIns="0" rIns="0" bIns="0" rtlCol="0" anchor="ctr"/>
          <a:lstStyle/>
          <a:p>
            <a:r>
              <a:rPr lang="en-US" sz="1300" b="1" dirty="0">
                <a:latin typeface="Consolas" pitchFamily="34" charset="0"/>
              </a:rPr>
              <a:t>Execution Sandbox</a:t>
            </a:r>
            <a:endParaRPr lang="en-US" sz="1300" dirty="0"/>
          </a:p>
        </p:txBody>
      </p:sp>
      <p:sp>
        <p:nvSpPr>
          <p:cNvPr id="26" name="Text 6">
            <a:extLst>
              <a:ext uri="{FF2B5EF4-FFF2-40B4-BE49-F238E27FC236}">
                <a16:creationId xmlns:a16="http://schemas.microsoft.com/office/drawing/2014/main" id="{2100F5E7-9FE5-24A5-682D-42751AAC7AEA}"/>
              </a:ext>
            </a:extLst>
          </p:cNvPr>
          <p:cNvSpPr/>
          <p:nvPr/>
        </p:nvSpPr>
        <p:spPr>
          <a:xfrm>
            <a:off x="1719072" y="5234940"/>
            <a:ext cx="3429000" cy="320040"/>
          </a:xfrm>
          <a:prstGeom prst="rect">
            <a:avLst/>
          </a:prstGeom>
          <a:noFill/>
          <a:ln/>
        </p:spPr>
        <p:txBody>
          <a:bodyPr wrap="square" lIns="0" tIns="0" rIns="0" bIns="0" rtlCol="0" anchor="ctr"/>
          <a:lstStyle/>
          <a:p>
            <a:r>
              <a:rPr lang="en-US" sz="1050" i="1" dirty="0">
                <a:latin typeface="Calibri" pitchFamily="34" charset="0"/>
                <a:ea typeface="Calibri" pitchFamily="34" charset="-122"/>
                <a:cs typeface="Calibri" pitchFamily="34" charset="-120"/>
              </a:rPr>
              <a:t>Runs the script in an isolated directory with forced Memory Limits and Network Blocking</a:t>
            </a:r>
            <a:endParaRPr lang="en-US" sz="1050" dirty="0"/>
          </a:p>
        </p:txBody>
      </p:sp>
      <p:pic>
        <p:nvPicPr>
          <p:cNvPr id="7" name="Picture 6">
            <a:extLst>
              <a:ext uri="{FF2B5EF4-FFF2-40B4-BE49-F238E27FC236}">
                <a16:creationId xmlns:a16="http://schemas.microsoft.com/office/drawing/2014/main" id="{190FC9EA-C39E-BC33-64A0-D26617BD87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74080" y="1645920"/>
            <a:ext cx="4983480" cy="3973068"/>
          </a:xfrm>
          <a:prstGeom prst="rect">
            <a:avLst/>
          </a:prstGeom>
          <a:ln>
            <a:noFill/>
          </a:ln>
        </p:spPr>
      </p:pic>
    </p:spTree>
    <p:extLst>
      <p:ext uri="{BB962C8B-B14F-4D97-AF65-F5344CB8AC3E}">
        <p14:creationId xmlns:p14="http://schemas.microsoft.com/office/powerpoint/2010/main" val="1715522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26940-8E60-7F73-7BD5-E0A73189054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E9209A-6ADD-A4C8-D182-A919B06903F7}"/>
              </a:ext>
            </a:extLst>
          </p:cNvPr>
          <p:cNvSpPr>
            <a:spLocks noGrp="1"/>
          </p:cNvSpPr>
          <p:nvPr>
            <p:ph idx="1"/>
          </p:nvPr>
        </p:nvSpPr>
        <p:spPr>
          <a:xfrm>
            <a:off x="1048092" y="868680"/>
            <a:ext cx="10095815" cy="5120640"/>
          </a:xfrm>
        </p:spPr>
        <p:txBody>
          <a:bodyPr>
            <a:normAutofit/>
          </a:bodyPr>
          <a:lstStyle/>
          <a:p>
            <a:pPr marL="0" indent="0">
              <a:buNone/>
            </a:pPr>
            <a:r>
              <a:rPr lang="en-US" sz="3000" b="1" dirty="0">
                <a:latin typeface="Calibri" panose="020F0502020204030204" pitchFamily="34" charset="0"/>
                <a:ea typeface="Calibri" panose="020F0502020204030204" pitchFamily="34" charset="0"/>
                <a:cs typeface="Calibri" panose="020F0502020204030204" pitchFamily="34" charset="0"/>
              </a:rPr>
              <a:t>ORCHESTRATION LAYER</a:t>
            </a: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v"/>
            </a:pPr>
            <a:r>
              <a:rPr lang="en-US" sz="3000" b="1" dirty="0">
                <a:latin typeface="Calibri" panose="020F0502020204030204" pitchFamily="34" charset="0"/>
                <a:ea typeface="Calibri" panose="020F0502020204030204" pitchFamily="34" charset="0"/>
                <a:cs typeface="Calibri" panose="020F0502020204030204" pitchFamily="34" charset="0"/>
              </a:rPr>
              <a:t> Core:</a:t>
            </a:r>
          </a:p>
          <a:p>
            <a:pPr marL="0" indent="0">
              <a:buNone/>
            </a:pPr>
            <a:r>
              <a:rPr lang="en-US" sz="3000" b="1" dirty="0">
                <a:latin typeface="Calibri" panose="020F0502020204030204" pitchFamily="34" charset="0"/>
                <a:ea typeface="Calibri" panose="020F0502020204030204" pitchFamily="34" charset="0"/>
                <a:cs typeface="Calibri" panose="020F0502020204030204" pitchFamily="34" charset="0"/>
              </a:rPr>
              <a:t>	</a:t>
            </a:r>
            <a:r>
              <a:rPr lang="en-US" sz="2000" dirty="0">
                <a:latin typeface="Calibri" panose="020F0502020204030204" pitchFamily="34" charset="0"/>
                <a:ea typeface="Calibri" panose="020F0502020204030204" pitchFamily="34" charset="0"/>
                <a:cs typeface="Calibri" panose="020F0502020204030204" pitchFamily="34" charset="0"/>
              </a:rPr>
              <a:t>C# 13 / .NET 10 hosting a ChatClientAgent (GPT-4o).</a:t>
            </a:r>
            <a:endParaRPr lang="en-US" sz="3000" dirty="0">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v"/>
            </a:pPr>
            <a:r>
              <a:rPr lang="en-US" sz="3000" b="1" dirty="0">
                <a:latin typeface="Calibri" panose="020F0502020204030204" pitchFamily="34" charset="0"/>
                <a:ea typeface="Calibri" panose="020F0502020204030204" pitchFamily="34" charset="0"/>
                <a:cs typeface="Calibri" panose="020F0502020204030204" pitchFamily="34" charset="0"/>
              </a:rPr>
              <a:t> Agent Tools:</a:t>
            </a:r>
          </a:p>
          <a:p>
            <a:pPr marL="0" indent="0">
              <a:buNone/>
            </a:pPr>
            <a:r>
              <a:rPr lang="en-US" sz="3000" b="1"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7 callable tools (Upload, Preview, Read, Execute) exposed via `ChartPlugin`.</a:t>
            </a:r>
          </a:p>
          <a:p>
            <a:pPr>
              <a:buFont typeface="Wingdings" panose="05000000000000000000" pitchFamily="2" charset="2"/>
              <a:buChar char="v"/>
            </a:pPr>
            <a:r>
              <a:rPr lang="en-US" sz="3000" b="1" dirty="0">
                <a:latin typeface="Calibri" panose="020F0502020204030204" pitchFamily="34" charset="0"/>
                <a:ea typeface="Calibri" panose="020F0502020204030204" pitchFamily="34" charset="0"/>
                <a:cs typeface="Calibri" panose="020F0502020204030204" pitchFamily="34" charset="0"/>
              </a:rPr>
              <a:t> Data Flow:</a:t>
            </a:r>
          </a:p>
          <a:p>
            <a:pPr marL="0" indent="0">
              <a:buNone/>
            </a:pPr>
            <a:r>
              <a:rPr lang="en-US" sz="3000" b="1"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Natural Language ➔ Tool Selection ➔ Code Generation ➔ Validation ➔ Sandboxed 	Execution.</a:t>
            </a: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0C0C84F-300B-5A75-071C-A8ED3827443D}"/>
              </a:ext>
            </a:extLst>
          </p:cNvPr>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9854048" y="172261"/>
            <a:ext cx="2016370" cy="1062110"/>
          </a:xfrm>
          <a:prstGeom prst="rect">
            <a:avLst/>
          </a:prstGeom>
          <a:effectLst/>
        </p:spPr>
      </p:pic>
      <p:sp>
        <p:nvSpPr>
          <p:cNvPr id="5" name="TextBox 4">
            <a:extLst>
              <a:ext uri="{FF2B5EF4-FFF2-40B4-BE49-F238E27FC236}">
                <a16:creationId xmlns:a16="http://schemas.microsoft.com/office/drawing/2014/main" id="{DD89322A-05CA-4B41-C330-88D0BC1D0592}"/>
              </a:ext>
            </a:extLst>
          </p:cNvPr>
          <p:cNvSpPr txBox="1"/>
          <p:nvPr/>
        </p:nvSpPr>
        <p:spPr>
          <a:xfrm>
            <a:off x="79217" y="6503580"/>
            <a:ext cx="8005527" cy="246221"/>
          </a:xfrm>
          <a:prstGeom prst="rect">
            <a:avLst/>
          </a:prstGeom>
          <a:noFill/>
        </p:spPr>
        <p:txBody>
          <a:bodyPr wrap="square">
            <a:spAutoFit/>
          </a:bodyPr>
          <a:lstStyle/>
          <a:p>
            <a:pPr>
              <a:spcAft>
                <a:spcPts val="600"/>
              </a:spcAft>
            </a:pPr>
            <a:r>
              <a:rPr lang="en" sz="1000" dirty="0">
                <a:latin typeface="Times New Roman" panose="02020603050405020304" pitchFamily="18" charset="0"/>
                <a:cs typeface="Times New Roman" panose="02020603050405020304" pitchFamily="18" charset="0"/>
                <a:sym typeface="Lato"/>
              </a:rPr>
              <a:t>M.Eng. Information Technology WS25-26/ </a:t>
            </a:r>
            <a:r>
              <a:rPr lang="en-US" sz="1000" dirty="0">
                <a:latin typeface="Times New Roman" panose="02020603050405020304" pitchFamily="18" charset="0"/>
                <a:cs typeface="Times New Roman" panose="02020603050405020304" pitchFamily="18" charset="0"/>
              </a:rPr>
              <a:t>Damir Dobric &amp; Andreas Pech</a:t>
            </a:r>
            <a:r>
              <a:rPr lang="en" sz="1000" dirty="0">
                <a:latin typeface="Times New Roman" panose="02020603050405020304" pitchFamily="18" charset="0"/>
                <a:cs typeface="Times New Roman" panose="02020603050405020304" pitchFamily="18" charset="0"/>
                <a:sym typeface="Lato"/>
              </a:rPr>
              <a:t>/ </a:t>
            </a:r>
            <a:r>
              <a:rPr lang="en-US" sz="1000" dirty="0">
                <a:latin typeface="Times New Roman" panose="02020603050405020304" pitchFamily="18" charset="0"/>
                <a:cs typeface="Times New Roman" panose="02020603050405020304" pitchFamily="18" charset="0"/>
              </a:rPr>
              <a:t>Module Software Engineering</a:t>
            </a:r>
          </a:p>
        </p:txBody>
      </p:sp>
      <p:sp>
        <p:nvSpPr>
          <p:cNvPr id="2" name="Slide Number Placeholder 1">
            <a:extLst>
              <a:ext uri="{FF2B5EF4-FFF2-40B4-BE49-F238E27FC236}">
                <a16:creationId xmlns:a16="http://schemas.microsoft.com/office/drawing/2014/main" id="{65463E2E-2690-8FFE-0D5F-932988A5F636}"/>
              </a:ext>
            </a:extLst>
          </p:cNvPr>
          <p:cNvSpPr>
            <a:spLocks noGrp="1"/>
          </p:cNvSpPr>
          <p:nvPr>
            <p:ph type="sldNum" sz="quarter" idx="12"/>
          </p:nvPr>
        </p:nvSpPr>
        <p:spPr/>
        <p:txBody>
          <a:bodyPr/>
          <a:lstStyle/>
          <a:p>
            <a:fld id="{130AC47B-80C8-4C1B-84E9-DE269DE6DDAD}" type="slidenum">
              <a:rPr lang="en-US" smtClean="0"/>
              <a:t>8</a:t>
            </a:fld>
            <a:endParaRPr lang="en-US"/>
          </a:p>
        </p:txBody>
      </p:sp>
    </p:spTree>
    <p:extLst>
      <p:ext uri="{BB962C8B-B14F-4D97-AF65-F5344CB8AC3E}">
        <p14:creationId xmlns:p14="http://schemas.microsoft.com/office/powerpoint/2010/main" val="252883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4B6CA-2415-7164-2EF4-3F497760F95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170D63-8F9D-0768-1A91-6286E85CA794}"/>
              </a:ext>
            </a:extLst>
          </p:cNvPr>
          <p:cNvSpPr>
            <a:spLocks noGrp="1"/>
          </p:cNvSpPr>
          <p:nvPr>
            <p:ph idx="1"/>
          </p:nvPr>
        </p:nvSpPr>
        <p:spPr>
          <a:xfrm>
            <a:off x="1048092" y="868680"/>
            <a:ext cx="10095815" cy="5120640"/>
          </a:xfrm>
        </p:spPr>
        <p:txBody>
          <a:bodyPr>
            <a:normAutofit/>
          </a:bodyPr>
          <a:lstStyle/>
          <a:p>
            <a:pPr marL="0" indent="0">
              <a:buNone/>
            </a:pPr>
            <a:r>
              <a:rPr lang="en-US" sz="3000" b="1" dirty="0">
                <a:latin typeface="Calibri" panose="020F0502020204030204" pitchFamily="34" charset="0"/>
                <a:ea typeface="Calibri" panose="020F0502020204030204" pitchFamily="34" charset="0"/>
                <a:cs typeface="Calibri" panose="020F0502020204030204" pitchFamily="34" charset="0"/>
              </a:rPr>
              <a:t>ORCHESTRATION LAYER</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AGENT TOOLS</a:t>
            </a: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5F3D865-9B11-6313-1737-E866CCD087F4}"/>
              </a:ext>
            </a:extLst>
          </p:cNvPr>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9854048" y="172261"/>
            <a:ext cx="2016370" cy="1062110"/>
          </a:xfrm>
          <a:prstGeom prst="rect">
            <a:avLst/>
          </a:prstGeom>
          <a:effectLst/>
        </p:spPr>
      </p:pic>
      <p:sp>
        <p:nvSpPr>
          <p:cNvPr id="5" name="TextBox 4">
            <a:extLst>
              <a:ext uri="{FF2B5EF4-FFF2-40B4-BE49-F238E27FC236}">
                <a16:creationId xmlns:a16="http://schemas.microsoft.com/office/drawing/2014/main" id="{715C72B9-4C8E-7C8F-A7B1-C34CDC2EAA3A}"/>
              </a:ext>
            </a:extLst>
          </p:cNvPr>
          <p:cNvSpPr txBox="1"/>
          <p:nvPr/>
        </p:nvSpPr>
        <p:spPr>
          <a:xfrm>
            <a:off x="79217" y="6503580"/>
            <a:ext cx="8005527" cy="246221"/>
          </a:xfrm>
          <a:prstGeom prst="rect">
            <a:avLst/>
          </a:prstGeom>
          <a:noFill/>
        </p:spPr>
        <p:txBody>
          <a:bodyPr wrap="square">
            <a:spAutoFit/>
          </a:bodyPr>
          <a:lstStyle/>
          <a:p>
            <a:pPr>
              <a:spcAft>
                <a:spcPts val="600"/>
              </a:spcAft>
            </a:pPr>
            <a:r>
              <a:rPr lang="en" sz="1000" dirty="0">
                <a:latin typeface="Times New Roman" panose="02020603050405020304" pitchFamily="18" charset="0"/>
                <a:cs typeface="Times New Roman" panose="02020603050405020304" pitchFamily="18" charset="0"/>
                <a:sym typeface="Lato"/>
              </a:rPr>
              <a:t>M.Eng. Information Technology WS25-26/ </a:t>
            </a:r>
            <a:r>
              <a:rPr lang="en-US" sz="1000" dirty="0">
                <a:latin typeface="Times New Roman" panose="02020603050405020304" pitchFamily="18" charset="0"/>
                <a:cs typeface="Times New Roman" panose="02020603050405020304" pitchFamily="18" charset="0"/>
              </a:rPr>
              <a:t>Damir Dobric &amp; Andreas Pech</a:t>
            </a:r>
            <a:r>
              <a:rPr lang="en" sz="1000" dirty="0">
                <a:latin typeface="Times New Roman" panose="02020603050405020304" pitchFamily="18" charset="0"/>
                <a:cs typeface="Times New Roman" panose="02020603050405020304" pitchFamily="18" charset="0"/>
                <a:sym typeface="Lato"/>
              </a:rPr>
              <a:t>/ </a:t>
            </a:r>
            <a:r>
              <a:rPr lang="en-US" sz="1000" dirty="0">
                <a:latin typeface="Times New Roman" panose="02020603050405020304" pitchFamily="18" charset="0"/>
                <a:cs typeface="Times New Roman" panose="02020603050405020304" pitchFamily="18" charset="0"/>
              </a:rPr>
              <a:t>Module Software Engineering</a:t>
            </a:r>
          </a:p>
        </p:txBody>
      </p:sp>
      <p:sp>
        <p:nvSpPr>
          <p:cNvPr id="2" name="Slide Number Placeholder 1">
            <a:extLst>
              <a:ext uri="{FF2B5EF4-FFF2-40B4-BE49-F238E27FC236}">
                <a16:creationId xmlns:a16="http://schemas.microsoft.com/office/drawing/2014/main" id="{66021601-9ECE-02BC-86EA-19EC51FF6817}"/>
              </a:ext>
            </a:extLst>
          </p:cNvPr>
          <p:cNvSpPr>
            <a:spLocks noGrp="1"/>
          </p:cNvSpPr>
          <p:nvPr>
            <p:ph type="sldNum" sz="quarter" idx="12"/>
          </p:nvPr>
        </p:nvSpPr>
        <p:spPr/>
        <p:txBody>
          <a:bodyPr/>
          <a:lstStyle/>
          <a:p>
            <a:fld id="{130AC47B-80C8-4C1B-84E9-DE269DE6DDAD}" type="slidenum">
              <a:rPr lang="en-US" smtClean="0"/>
              <a:t>9</a:t>
            </a:fld>
            <a:endParaRPr lang="en-US"/>
          </a:p>
        </p:txBody>
      </p:sp>
      <p:sp>
        <p:nvSpPr>
          <p:cNvPr id="10" name="Shape 3">
            <a:extLst>
              <a:ext uri="{FF2B5EF4-FFF2-40B4-BE49-F238E27FC236}">
                <a16:creationId xmlns:a16="http://schemas.microsoft.com/office/drawing/2014/main" id="{17EE6701-E83B-5A4F-23C1-05CC39C44430}"/>
              </a:ext>
            </a:extLst>
          </p:cNvPr>
          <p:cNvSpPr/>
          <p:nvPr/>
        </p:nvSpPr>
        <p:spPr>
          <a:xfrm>
            <a:off x="1115568" y="2016252"/>
            <a:ext cx="4160520" cy="804672"/>
          </a:xfrm>
          <a:prstGeom prst="rect">
            <a:avLst/>
          </a:prstGeom>
          <a:solidFill>
            <a:schemeClr val="accent1">
              <a:lumMod val="20000"/>
              <a:lumOff val="80000"/>
            </a:schemeClr>
          </a:solidFill>
          <a:ln w="12700">
            <a:solidFill>
              <a:srgbClr val="0077A8"/>
            </a:solidFill>
            <a:prstDash val="solid"/>
          </a:ln>
        </p:spPr>
        <p:txBody>
          <a:bodyPr/>
          <a:lstStyle/>
          <a:p>
            <a:endParaRPr lang="en-DE" dirty="0">
              <a:solidFill>
                <a:srgbClr val="00B0F0"/>
              </a:solidFill>
            </a:endParaRPr>
          </a:p>
        </p:txBody>
      </p:sp>
      <p:sp>
        <p:nvSpPr>
          <p:cNvPr id="11" name="Text 4">
            <a:extLst>
              <a:ext uri="{FF2B5EF4-FFF2-40B4-BE49-F238E27FC236}">
                <a16:creationId xmlns:a16="http://schemas.microsoft.com/office/drawing/2014/main" id="{7746FF7F-687B-66FC-9B61-FE8BB4D6D4FE}"/>
              </a:ext>
            </a:extLst>
          </p:cNvPr>
          <p:cNvSpPr/>
          <p:nvPr/>
        </p:nvSpPr>
        <p:spPr>
          <a:xfrm>
            <a:off x="1225296" y="2089404"/>
            <a:ext cx="457200" cy="32004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01</a:t>
            </a:r>
            <a:endParaRPr lang="en-US" sz="1400" dirty="0"/>
          </a:p>
        </p:txBody>
      </p:sp>
      <p:sp>
        <p:nvSpPr>
          <p:cNvPr id="12" name="Text 5">
            <a:extLst>
              <a:ext uri="{FF2B5EF4-FFF2-40B4-BE49-F238E27FC236}">
                <a16:creationId xmlns:a16="http://schemas.microsoft.com/office/drawing/2014/main" id="{2DE7A84C-3A01-D3B9-11CF-61B36469897C}"/>
              </a:ext>
            </a:extLst>
          </p:cNvPr>
          <p:cNvSpPr/>
          <p:nvPr/>
        </p:nvSpPr>
        <p:spPr>
          <a:xfrm>
            <a:off x="1709928" y="2089404"/>
            <a:ext cx="3429000" cy="320040"/>
          </a:xfrm>
          <a:prstGeom prst="rect">
            <a:avLst/>
          </a:prstGeom>
          <a:noFill/>
          <a:ln/>
        </p:spPr>
        <p:txBody>
          <a:bodyPr wrap="square" lIns="0" tIns="0" rIns="0" bIns="0" rtlCol="0" anchor="ctr"/>
          <a:lstStyle/>
          <a:p>
            <a:pPr marL="0" indent="0">
              <a:buNone/>
            </a:pPr>
            <a:r>
              <a:rPr lang="en-US" sz="1300" b="1" dirty="0">
                <a:latin typeface="Consolas" pitchFamily="34" charset="0"/>
                <a:ea typeface="Consolas" pitchFamily="34" charset="-122"/>
                <a:cs typeface="Consolas" pitchFamily="34" charset="-120"/>
              </a:rPr>
              <a:t>UploadFileAsync</a:t>
            </a:r>
            <a:endParaRPr lang="en-US" sz="1300" dirty="0"/>
          </a:p>
        </p:txBody>
      </p:sp>
      <p:sp>
        <p:nvSpPr>
          <p:cNvPr id="13" name="Text 6">
            <a:extLst>
              <a:ext uri="{FF2B5EF4-FFF2-40B4-BE49-F238E27FC236}">
                <a16:creationId xmlns:a16="http://schemas.microsoft.com/office/drawing/2014/main" id="{84649074-68DF-1374-8225-E191A9F22E82}"/>
              </a:ext>
            </a:extLst>
          </p:cNvPr>
          <p:cNvSpPr/>
          <p:nvPr/>
        </p:nvSpPr>
        <p:spPr>
          <a:xfrm>
            <a:off x="1709928" y="2436876"/>
            <a:ext cx="3429000" cy="320040"/>
          </a:xfrm>
          <a:prstGeom prst="rect">
            <a:avLst/>
          </a:prstGeom>
          <a:noFill/>
          <a:ln/>
        </p:spPr>
        <p:txBody>
          <a:bodyPr wrap="square" lIns="0" tIns="0" rIns="0" bIns="0" rtlCol="0" anchor="ctr"/>
          <a:lstStyle/>
          <a:p>
            <a:pPr marL="0" indent="0">
              <a:buNone/>
            </a:pPr>
            <a:r>
              <a:rPr lang="en-US" sz="1050" i="1" dirty="0">
                <a:latin typeface="Calibri" pitchFamily="34" charset="0"/>
                <a:ea typeface="Calibri" pitchFamily="34" charset="-122"/>
                <a:cs typeface="Calibri" pitchFamily="34" charset="-120"/>
              </a:rPr>
              <a:t>Moves a local file into the sandboxed workspace and assigns it a safe alias</a:t>
            </a:r>
            <a:endParaRPr lang="en-US" sz="1050" dirty="0"/>
          </a:p>
        </p:txBody>
      </p:sp>
      <p:sp>
        <p:nvSpPr>
          <p:cNvPr id="15" name="Shape 3">
            <a:extLst>
              <a:ext uri="{FF2B5EF4-FFF2-40B4-BE49-F238E27FC236}">
                <a16:creationId xmlns:a16="http://schemas.microsoft.com/office/drawing/2014/main" id="{37CB8D83-EA49-8214-B8A5-FD5047855001}"/>
              </a:ext>
            </a:extLst>
          </p:cNvPr>
          <p:cNvSpPr/>
          <p:nvPr/>
        </p:nvSpPr>
        <p:spPr>
          <a:xfrm>
            <a:off x="1115568" y="3060143"/>
            <a:ext cx="4160520" cy="804672"/>
          </a:xfrm>
          <a:prstGeom prst="rect">
            <a:avLst/>
          </a:prstGeom>
          <a:solidFill>
            <a:schemeClr val="accent1">
              <a:lumMod val="20000"/>
              <a:lumOff val="80000"/>
            </a:schemeClr>
          </a:solidFill>
          <a:ln w="12700">
            <a:solidFill>
              <a:srgbClr val="0077A8"/>
            </a:solidFill>
            <a:prstDash val="solid"/>
          </a:ln>
        </p:spPr>
        <p:txBody>
          <a:bodyPr/>
          <a:lstStyle/>
          <a:p>
            <a:endParaRPr lang="en-DE" dirty="0">
              <a:solidFill>
                <a:srgbClr val="00B0F0"/>
              </a:solidFill>
            </a:endParaRPr>
          </a:p>
        </p:txBody>
      </p:sp>
      <p:sp>
        <p:nvSpPr>
          <p:cNvPr id="16" name="Text 4">
            <a:extLst>
              <a:ext uri="{FF2B5EF4-FFF2-40B4-BE49-F238E27FC236}">
                <a16:creationId xmlns:a16="http://schemas.microsoft.com/office/drawing/2014/main" id="{CDB85A25-2A5B-9733-7298-D039FFB7FAD5}"/>
              </a:ext>
            </a:extLst>
          </p:cNvPr>
          <p:cNvSpPr/>
          <p:nvPr/>
        </p:nvSpPr>
        <p:spPr>
          <a:xfrm>
            <a:off x="1225296" y="3133295"/>
            <a:ext cx="457200" cy="32004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02</a:t>
            </a:r>
            <a:endParaRPr lang="en-US" sz="1400" dirty="0"/>
          </a:p>
        </p:txBody>
      </p:sp>
      <p:sp>
        <p:nvSpPr>
          <p:cNvPr id="17" name="Text 5">
            <a:extLst>
              <a:ext uri="{FF2B5EF4-FFF2-40B4-BE49-F238E27FC236}">
                <a16:creationId xmlns:a16="http://schemas.microsoft.com/office/drawing/2014/main" id="{59CEB4D1-7C3C-159E-5B9D-FF0AFAC097DF}"/>
              </a:ext>
            </a:extLst>
          </p:cNvPr>
          <p:cNvSpPr/>
          <p:nvPr/>
        </p:nvSpPr>
        <p:spPr>
          <a:xfrm>
            <a:off x="1709928" y="3133295"/>
            <a:ext cx="3429000" cy="320040"/>
          </a:xfrm>
          <a:prstGeom prst="rect">
            <a:avLst/>
          </a:prstGeom>
          <a:noFill/>
          <a:ln/>
        </p:spPr>
        <p:txBody>
          <a:bodyPr wrap="square" lIns="0" tIns="0" rIns="0" bIns="0" rtlCol="0" anchor="ctr"/>
          <a:lstStyle/>
          <a:p>
            <a:r>
              <a:rPr lang="en-US" sz="1300" b="1" dirty="0">
                <a:latin typeface="Consolas" pitchFamily="34" charset="0"/>
                <a:ea typeface="Consolas" pitchFamily="34" charset="-122"/>
                <a:cs typeface="Consolas" pitchFamily="34" charset="-120"/>
              </a:rPr>
              <a:t>ListFiles</a:t>
            </a:r>
            <a:endParaRPr lang="en-US" sz="1300" dirty="0"/>
          </a:p>
        </p:txBody>
      </p:sp>
      <p:sp>
        <p:nvSpPr>
          <p:cNvPr id="18" name="Text 6">
            <a:extLst>
              <a:ext uri="{FF2B5EF4-FFF2-40B4-BE49-F238E27FC236}">
                <a16:creationId xmlns:a16="http://schemas.microsoft.com/office/drawing/2014/main" id="{8694AD2D-BF90-336D-07C5-0D2E5C8FAA76}"/>
              </a:ext>
            </a:extLst>
          </p:cNvPr>
          <p:cNvSpPr/>
          <p:nvPr/>
        </p:nvSpPr>
        <p:spPr>
          <a:xfrm>
            <a:off x="1709928" y="3480767"/>
            <a:ext cx="3429000" cy="320040"/>
          </a:xfrm>
          <a:prstGeom prst="rect">
            <a:avLst/>
          </a:prstGeom>
          <a:noFill/>
          <a:ln/>
        </p:spPr>
        <p:txBody>
          <a:bodyPr wrap="square" lIns="0" tIns="0" rIns="0" bIns="0" rtlCol="0" anchor="ctr"/>
          <a:lstStyle/>
          <a:p>
            <a:r>
              <a:rPr lang="en-US" sz="1050" i="1" dirty="0">
                <a:latin typeface="Calibri" pitchFamily="34" charset="0"/>
                <a:ea typeface="Calibri" pitchFamily="34" charset="-122"/>
                <a:cs typeface="Calibri" pitchFamily="34" charset="-120"/>
              </a:rPr>
              <a:t>Returns the current file inventory, with optional keyword filtering</a:t>
            </a:r>
            <a:endParaRPr lang="en-US" sz="1050" dirty="0"/>
          </a:p>
        </p:txBody>
      </p:sp>
      <p:sp>
        <p:nvSpPr>
          <p:cNvPr id="19" name="Shape 3">
            <a:extLst>
              <a:ext uri="{FF2B5EF4-FFF2-40B4-BE49-F238E27FC236}">
                <a16:creationId xmlns:a16="http://schemas.microsoft.com/office/drawing/2014/main" id="{628645C9-7D71-7E68-0DA2-9A65381B299F}"/>
              </a:ext>
            </a:extLst>
          </p:cNvPr>
          <p:cNvSpPr/>
          <p:nvPr/>
        </p:nvSpPr>
        <p:spPr>
          <a:xfrm>
            <a:off x="1115568" y="4076602"/>
            <a:ext cx="4160520" cy="804672"/>
          </a:xfrm>
          <a:prstGeom prst="rect">
            <a:avLst/>
          </a:prstGeom>
          <a:solidFill>
            <a:schemeClr val="accent1">
              <a:lumMod val="20000"/>
              <a:lumOff val="80000"/>
            </a:schemeClr>
          </a:solidFill>
          <a:ln w="12700">
            <a:solidFill>
              <a:srgbClr val="0077A8"/>
            </a:solidFill>
            <a:prstDash val="solid"/>
          </a:ln>
        </p:spPr>
        <p:txBody>
          <a:bodyPr/>
          <a:lstStyle/>
          <a:p>
            <a:endParaRPr lang="en-DE" dirty="0">
              <a:solidFill>
                <a:srgbClr val="00B0F0"/>
              </a:solidFill>
            </a:endParaRPr>
          </a:p>
        </p:txBody>
      </p:sp>
      <p:sp>
        <p:nvSpPr>
          <p:cNvPr id="20" name="Text 4">
            <a:extLst>
              <a:ext uri="{FF2B5EF4-FFF2-40B4-BE49-F238E27FC236}">
                <a16:creationId xmlns:a16="http://schemas.microsoft.com/office/drawing/2014/main" id="{32A26425-9D0F-27A5-8CD6-ABD644FA8BE3}"/>
              </a:ext>
            </a:extLst>
          </p:cNvPr>
          <p:cNvSpPr/>
          <p:nvPr/>
        </p:nvSpPr>
        <p:spPr>
          <a:xfrm>
            <a:off x="1225296" y="4149754"/>
            <a:ext cx="457200" cy="32004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03</a:t>
            </a:r>
            <a:endParaRPr lang="en-US" sz="1400" dirty="0"/>
          </a:p>
        </p:txBody>
      </p:sp>
      <p:sp>
        <p:nvSpPr>
          <p:cNvPr id="21" name="Text 5">
            <a:extLst>
              <a:ext uri="{FF2B5EF4-FFF2-40B4-BE49-F238E27FC236}">
                <a16:creationId xmlns:a16="http://schemas.microsoft.com/office/drawing/2014/main" id="{6F41734C-793D-4B6C-DC9D-E359064C7430}"/>
              </a:ext>
            </a:extLst>
          </p:cNvPr>
          <p:cNvSpPr/>
          <p:nvPr/>
        </p:nvSpPr>
        <p:spPr>
          <a:xfrm>
            <a:off x="1709928" y="4149754"/>
            <a:ext cx="3429000" cy="320040"/>
          </a:xfrm>
          <a:prstGeom prst="rect">
            <a:avLst/>
          </a:prstGeom>
          <a:noFill/>
          <a:ln/>
        </p:spPr>
        <p:txBody>
          <a:bodyPr wrap="square" lIns="0" tIns="0" rIns="0" bIns="0" rtlCol="0" anchor="ctr"/>
          <a:lstStyle/>
          <a:p>
            <a:r>
              <a:rPr lang="en-US" sz="1300" b="1" dirty="0">
                <a:latin typeface="Consolas" pitchFamily="34" charset="0"/>
                <a:ea typeface="Consolas" pitchFamily="34" charset="-122"/>
                <a:cs typeface="Consolas" pitchFamily="34" charset="-120"/>
              </a:rPr>
              <a:t>DeleteFiles</a:t>
            </a:r>
            <a:endParaRPr lang="en-US" sz="1300" dirty="0"/>
          </a:p>
        </p:txBody>
      </p:sp>
      <p:sp>
        <p:nvSpPr>
          <p:cNvPr id="22" name="Text 6">
            <a:extLst>
              <a:ext uri="{FF2B5EF4-FFF2-40B4-BE49-F238E27FC236}">
                <a16:creationId xmlns:a16="http://schemas.microsoft.com/office/drawing/2014/main" id="{1870FD27-8F42-FDDA-CFEF-2D3226223446}"/>
              </a:ext>
            </a:extLst>
          </p:cNvPr>
          <p:cNvSpPr/>
          <p:nvPr/>
        </p:nvSpPr>
        <p:spPr>
          <a:xfrm>
            <a:off x="1709928" y="4497226"/>
            <a:ext cx="3429000" cy="320040"/>
          </a:xfrm>
          <a:prstGeom prst="rect">
            <a:avLst/>
          </a:prstGeom>
          <a:noFill/>
          <a:ln/>
        </p:spPr>
        <p:txBody>
          <a:bodyPr wrap="square" lIns="0" tIns="0" rIns="0" bIns="0" rtlCol="0" anchor="ctr"/>
          <a:lstStyle/>
          <a:p>
            <a:r>
              <a:rPr lang="en-US" sz="1050" i="1" dirty="0">
                <a:latin typeface="Calibri" pitchFamily="34" charset="0"/>
                <a:ea typeface="Calibri" pitchFamily="34" charset="-122"/>
                <a:cs typeface="Calibri" pitchFamily="34" charset="-120"/>
              </a:rPr>
              <a:t>Clears one or more files from the workspace by name or pattern</a:t>
            </a:r>
          </a:p>
        </p:txBody>
      </p:sp>
      <p:sp>
        <p:nvSpPr>
          <p:cNvPr id="23" name="Shape 3">
            <a:extLst>
              <a:ext uri="{FF2B5EF4-FFF2-40B4-BE49-F238E27FC236}">
                <a16:creationId xmlns:a16="http://schemas.microsoft.com/office/drawing/2014/main" id="{120FF1EF-4F75-D939-DC06-20A2057F6958}"/>
              </a:ext>
            </a:extLst>
          </p:cNvPr>
          <p:cNvSpPr/>
          <p:nvPr/>
        </p:nvSpPr>
        <p:spPr>
          <a:xfrm>
            <a:off x="1115568" y="5184648"/>
            <a:ext cx="4160520" cy="804672"/>
          </a:xfrm>
          <a:prstGeom prst="rect">
            <a:avLst/>
          </a:prstGeom>
          <a:solidFill>
            <a:schemeClr val="accent1">
              <a:lumMod val="20000"/>
              <a:lumOff val="80000"/>
            </a:schemeClr>
          </a:solidFill>
          <a:ln w="12700">
            <a:solidFill>
              <a:srgbClr val="0077A8"/>
            </a:solidFill>
            <a:prstDash val="solid"/>
          </a:ln>
        </p:spPr>
        <p:txBody>
          <a:bodyPr/>
          <a:lstStyle/>
          <a:p>
            <a:endParaRPr lang="en-DE" dirty="0">
              <a:solidFill>
                <a:srgbClr val="00B0F0"/>
              </a:solidFill>
            </a:endParaRPr>
          </a:p>
        </p:txBody>
      </p:sp>
      <p:sp>
        <p:nvSpPr>
          <p:cNvPr id="24" name="Text 4">
            <a:extLst>
              <a:ext uri="{FF2B5EF4-FFF2-40B4-BE49-F238E27FC236}">
                <a16:creationId xmlns:a16="http://schemas.microsoft.com/office/drawing/2014/main" id="{467E6E9F-FAEE-D592-03BC-6B01B68FDD1C}"/>
              </a:ext>
            </a:extLst>
          </p:cNvPr>
          <p:cNvSpPr/>
          <p:nvPr/>
        </p:nvSpPr>
        <p:spPr>
          <a:xfrm>
            <a:off x="1225296" y="5257800"/>
            <a:ext cx="457200" cy="32004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04</a:t>
            </a:r>
            <a:endParaRPr lang="en-US" sz="1400" dirty="0"/>
          </a:p>
        </p:txBody>
      </p:sp>
      <p:sp>
        <p:nvSpPr>
          <p:cNvPr id="25" name="Text 5">
            <a:extLst>
              <a:ext uri="{FF2B5EF4-FFF2-40B4-BE49-F238E27FC236}">
                <a16:creationId xmlns:a16="http://schemas.microsoft.com/office/drawing/2014/main" id="{A4558D92-3903-06C2-4ABF-191882A4FFB2}"/>
              </a:ext>
            </a:extLst>
          </p:cNvPr>
          <p:cNvSpPr/>
          <p:nvPr/>
        </p:nvSpPr>
        <p:spPr>
          <a:xfrm>
            <a:off x="1709928" y="5257800"/>
            <a:ext cx="3429000" cy="320040"/>
          </a:xfrm>
          <a:prstGeom prst="rect">
            <a:avLst/>
          </a:prstGeom>
          <a:noFill/>
          <a:ln/>
        </p:spPr>
        <p:txBody>
          <a:bodyPr wrap="square" lIns="0" tIns="0" rIns="0" bIns="0" rtlCol="0" anchor="ctr"/>
          <a:lstStyle/>
          <a:p>
            <a:r>
              <a:rPr lang="en-US" sz="1300" b="1" dirty="0">
                <a:latin typeface="Consolas" pitchFamily="34" charset="0"/>
                <a:ea typeface="Consolas" pitchFamily="34" charset="-122"/>
                <a:cs typeface="Consolas" pitchFamily="34" charset="-120"/>
              </a:rPr>
              <a:t>PreviewFileAsync</a:t>
            </a:r>
            <a:endParaRPr lang="en-US" sz="1300" dirty="0"/>
          </a:p>
        </p:txBody>
      </p:sp>
      <p:sp>
        <p:nvSpPr>
          <p:cNvPr id="26" name="Text 6">
            <a:extLst>
              <a:ext uri="{FF2B5EF4-FFF2-40B4-BE49-F238E27FC236}">
                <a16:creationId xmlns:a16="http://schemas.microsoft.com/office/drawing/2014/main" id="{5E19D400-8FD5-08DD-0249-7E85B4F624AE}"/>
              </a:ext>
            </a:extLst>
          </p:cNvPr>
          <p:cNvSpPr/>
          <p:nvPr/>
        </p:nvSpPr>
        <p:spPr>
          <a:xfrm>
            <a:off x="1709928" y="5605272"/>
            <a:ext cx="3429000" cy="320040"/>
          </a:xfrm>
          <a:prstGeom prst="rect">
            <a:avLst/>
          </a:prstGeom>
          <a:noFill/>
          <a:ln/>
        </p:spPr>
        <p:txBody>
          <a:bodyPr wrap="square" lIns="0" tIns="0" rIns="0" bIns="0" rtlCol="0" anchor="ctr"/>
          <a:lstStyle/>
          <a:p>
            <a:r>
              <a:rPr lang="en-US" sz="1050" i="1" dirty="0">
                <a:latin typeface="Calibri" pitchFamily="34" charset="0"/>
                <a:ea typeface="Calibri" pitchFamily="34" charset="-122"/>
                <a:cs typeface="Calibri" pitchFamily="34" charset="-120"/>
              </a:rPr>
              <a:t>Reads schema, row count, column types, and value ranges without loading the whole file</a:t>
            </a:r>
            <a:endParaRPr lang="en-US" sz="1050" dirty="0"/>
          </a:p>
        </p:txBody>
      </p:sp>
      <p:sp>
        <p:nvSpPr>
          <p:cNvPr id="27" name="Shape 3">
            <a:extLst>
              <a:ext uri="{FF2B5EF4-FFF2-40B4-BE49-F238E27FC236}">
                <a16:creationId xmlns:a16="http://schemas.microsoft.com/office/drawing/2014/main" id="{2B4614AA-5E75-01D3-64B9-3A58B0AF53DB}"/>
              </a:ext>
            </a:extLst>
          </p:cNvPr>
          <p:cNvSpPr/>
          <p:nvPr/>
        </p:nvSpPr>
        <p:spPr>
          <a:xfrm>
            <a:off x="5870448" y="2016252"/>
            <a:ext cx="4160520" cy="804672"/>
          </a:xfrm>
          <a:prstGeom prst="rect">
            <a:avLst/>
          </a:prstGeom>
          <a:solidFill>
            <a:schemeClr val="accent1">
              <a:lumMod val="20000"/>
              <a:lumOff val="80000"/>
            </a:schemeClr>
          </a:solidFill>
          <a:ln w="12700">
            <a:solidFill>
              <a:srgbClr val="0077A8"/>
            </a:solidFill>
            <a:prstDash val="solid"/>
          </a:ln>
        </p:spPr>
        <p:txBody>
          <a:bodyPr/>
          <a:lstStyle/>
          <a:p>
            <a:endParaRPr lang="en-DE" dirty="0">
              <a:solidFill>
                <a:srgbClr val="00B0F0"/>
              </a:solidFill>
            </a:endParaRPr>
          </a:p>
        </p:txBody>
      </p:sp>
      <p:sp>
        <p:nvSpPr>
          <p:cNvPr id="28" name="Text 4">
            <a:extLst>
              <a:ext uri="{FF2B5EF4-FFF2-40B4-BE49-F238E27FC236}">
                <a16:creationId xmlns:a16="http://schemas.microsoft.com/office/drawing/2014/main" id="{13E7AD59-5AFF-7FBC-91E5-72E7FF304C2C}"/>
              </a:ext>
            </a:extLst>
          </p:cNvPr>
          <p:cNvSpPr/>
          <p:nvPr/>
        </p:nvSpPr>
        <p:spPr>
          <a:xfrm>
            <a:off x="5980176" y="2089404"/>
            <a:ext cx="457200" cy="32004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05</a:t>
            </a:r>
            <a:endParaRPr lang="en-US" sz="1400" dirty="0"/>
          </a:p>
        </p:txBody>
      </p:sp>
      <p:sp>
        <p:nvSpPr>
          <p:cNvPr id="29" name="Text 5">
            <a:extLst>
              <a:ext uri="{FF2B5EF4-FFF2-40B4-BE49-F238E27FC236}">
                <a16:creationId xmlns:a16="http://schemas.microsoft.com/office/drawing/2014/main" id="{B69D7EB1-068A-D848-F0A1-F3C211F8DAF8}"/>
              </a:ext>
            </a:extLst>
          </p:cNvPr>
          <p:cNvSpPr/>
          <p:nvPr/>
        </p:nvSpPr>
        <p:spPr>
          <a:xfrm>
            <a:off x="6464808" y="2089404"/>
            <a:ext cx="3429000" cy="320040"/>
          </a:xfrm>
          <a:prstGeom prst="rect">
            <a:avLst/>
          </a:prstGeom>
          <a:noFill/>
          <a:ln/>
        </p:spPr>
        <p:txBody>
          <a:bodyPr wrap="square" lIns="0" tIns="0" rIns="0" bIns="0" rtlCol="0" anchor="ctr"/>
          <a:lstStyle/>
          <a:p>
            <a:r>
              <a:rPr lang="en-US" sz="1300" b="1" dirty="0">
                <a:latin typeface="Consolas" pitchFamily="34" charset="0"/>
                <a:ea typeface="Consolas" pitchFamily="34" charset="-122"/>
                <a:cs typeface="Consolas" pitchFamily="34" charset="-120"/>
              </a:rPr>
              <a:t>ResolveFilePath</a:t>
            </a:r>
            <a:endParaRPr lang="en-US" sz="1300" dirty="0"/>
          </a:p>
        </p:txBody>
      </p:sp>
      <p:sp>
        <p:nvSpPr>
          <p:cNvPr id="30" name="Text 6">
            <a:extLst>
              <a:ext uri="{FF2B5EF4-FFF2-40B4-BE49-F238E27FC236}">
                <a16:creationId xmlns:a16="http://schemas.microsoft.com/office/drawing/2014/main" id="{420200E8-C09A-56CF-66BC-C3CDC8C657A2}"/>
              </a:ext>
            </a:extLst>
          </p:cNvPr>
          <p:cNvSpPr/>
          <p:nvPr/>
        </p:nvSpPr>
        <p:spPr>
          <a:xfrm>
            <a:off x="6464808" y="2436876"/>
            <a:ext cx="3429000" cy="320040"/>
          </a:xfrm>
          <a:prstGeom prst="rect">
            <a:avLst/>
          </a:prstGeom>
          <a:noFill/>
          <a:ln/>
        </p:spPr>
        <p:txBody>
          <a:bodyPr wrap="square" lIns="0" tIns="0" rIns="0" bIns="0" rtlCol="0" anchor="ctr"/>
          <a:lstStyle/>
          <a:p>
            <a:r>
              <a:rPr lang="en-US" sz="1050" i="1" dirty="0">
                <a:latin typeface="Calibri" pitchFamily="34" charset="0"/>
                <a:ea typeface="Calibri" pitchFamily="34" charset="-122"/>
                <a:cs typeface="Calibri" pitchFamily="34" charset="-120"/>
              </a:rPr>
              <a:t>Resolves an alias to its full file-system path for use inside Python scripts</a:t>
            </a:r>
          </a:p>
        </p:txBody>
      </p:sp>
      <p:sp>
        <p:nvSpPr>
          <p:cNvPr id="31" name="Shape 3">
            <a:extLst>
              <a:ext uri="{FF2B5EF4-FFF2-40B4-BE49-F238E27FC236}">
                <a16:creationId xmlns:a16="http://schemas.microsoft.com/office/drawing/2014/main" id="{524F05F4-FFAB-F79E-078B-A88DB6A9BDE6}"/>
              </a:ext>
            </a:extLst>
          </p:cNvPr>
          <p:cNvSpPr/>
          <p:nvPr/>
        </p:nvSpPr>
        <p:spPr>
          <a:xfrm>
            <a:off x="5870448" y="3060143"/>
            <a:ext cx="4160520" cy="804672"/>
          </a:xfrm>
          <a:prstGeom prst="rect">
            <a:avLst/>
          </a:prstGeom>
          <a:solidFill>
            <a:schemeClr val="accent1">
              <a:lumMod val="20000"/>
              <a:lumOff val="80000"/>
            </a:schemeClr>
          </a:solidFill>
          <a:ln w="12700">
            <a:solidFill>
              <a:srgbClr val="0077A8"/>
            </a:solidFill>
            <a:prstDash val="solid"/>
          </a:ln>
        </p:spPr>
        <p:txBody>
          <a:bodyPr/>
          <a:lstStyle/>
          <a:p>
            <a:endParaRPr lang="en-DE" dirty="0">
              <a:solidFill>
                <a:srgbClr val="00B0F0"/>
              </a:solidFill>
            </a:endParaRPr>
          </a:p>
        </p:txBody>
      </p:sp>
      <p:sp>
        <p:nvSpPr>
          <p:cNvPr id="32" name="Text 4">
            <a:extLst>
              <a:ext uri="{FF2B5EF4-FFF2-40B4-BE49-F238E27FC236}">
                <a16:creationId xmlns:a16="http://schemas.microsoft.com/office/drawing/2014/main" id="{A7CA9CFD-5B85-73EE-E306-62B335E7DFC2}"/>
              </a:ext>
            </a:extLst>
          </p:cNvPr>
          <p:cNvSpPr/>
          <p:nvPr/>
        </p:nvSpPr>
        <p:spPr>
          <a:xfrm>
            <a:off x="5980176" y="3133295"/>
            <a:ext cx="457200" cy="32004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06</a:t>
            </a:r>
            <a:endParaRPr lang="en-US" sz="1400" dirty="0"/>
          </a:p>
        </p:txBody>
      </p:sp>
      <p:sp>
        <p:nvSpPr>
          <p:cNvPr id="33" name="Text 5">
            <a:extLst>
              <a:ext uri="{FF2B5EF4-FFF2-40B4-BE49-F238E27FC236}">
                <a16:creationId xmlns:a16="http://schemas.microsoft.com/office/drawing/2014/main" id="{B3624A2F-4F9E-BB53-3CF4-D0E9969299A2}"/>
              </a:ext>
            </a:extLst>
          </p:cNvPr>
          <p:cNvSpPr/>
          <p:nvPr/>
        </p:nvSpPr>
        <p:spPr>
          <a:xfrm>
            <a:off x="6464808" y="3133295"/>
            <a:ext cx="3429000" cy="320040"/>
          </a:xfrm>
          <a:prstGeom prst="rect">
            <a:avLst/>
          </a:prstGeom>
          <a:noFill/>
          <a:ln/>
        </p:spPr>
        <p:txBody>
          <a:bodyPr wrap="square" lIns="0" tIns="0" rIns="0" bIns="0" rtlCol="0" anchor="ctr"/>
          <a:lstStyle/>
          <a:p>
            <a:r>
              <a:rPr lang="en-US" sz="1300" b="1" dirty="0">
                <a:latin typeface="Consolas" pitchFamily="34" charset="0"/>
                <a:ea typeface="Consolas" pitchFamily="34" charset="-122"/>
                <a:cs typeface="Consolas" pitchFamily="34" charset="-120"/>
              </a:rPr>
              <a:t>ListGeneratedCharts</a:t>
            </a:r>
            <a:endParaRPr lang="en-US" sz="1300" dirty="0"/>
          </a:p>
        </p:txBody>
      </p:sp>
      <p:sp>
        <p:nvSpPr>
          <p:cNvPr id="34" name="Text 6">
            <a:extLst>
              <a:ext uri="{FF2B5EF4-FFF2-40B4-BE49-F238E27FC236}">
                <a16:creationId xmlns:a16="http://schemas.microsoft.com/office/drawing/2014/main" id="{95D386C8-5FEA-FBD5-61A6-9DAA158D71D0}"/>
              </a:ext>
            </a:extLst>
          </p:cNvPr>
          <p:cNvSpPr/>
          <p:nvPr/>
        </p:nvSpPr>
        <p:spPr>
          <a:xfrm>
            <a:off x="6464808" y="3480767"/>
            <a:ext cx="3429000" cy="320040"/>
          </a:xfrm>
          <a:prstGeom prst="rect">
            <a:avLst/>
          </a:prstGeom>
          <a:noFill/>
          <a:ln/>
        </p:spPr>
        <p:txBody>
          <a:bodyPr wrap="square" lIns="0" tIns="0" rIns="0" bIns="0" rtlCol="0" anchor="ctr"/>
          <a:lstStyle/>
          <a:p>
            <a:r>
              <a:rPr lang="en-US" sz="1050" i="1" dirty="0">
                <a:latin typeface="Calibri" pitchFamily="34" charset="0"/>
                <a:ea typeface="Calibri" pitchFamily="34" charset="-122"/>
                <a:cs typeface="Calibri" pitchFamily="34" charset="-120"/>
              </a:rPr>
              <a:t>Lists every chart produced so far, with execution time and memory figures</a:t>
            </a:r>
          </a:p>
        </p:txBody>
      </p:sp>
      <p:sp>
        <p:nvSpPr>
          <p:cNvPr id="35" name="Shape 3">
            <a:extLst>
              <a:ext uri="{FF2B5EF4-FFF2-40B4-BE49-F238E27FC236}">
                <a16:creationId xmlns:a16="http://schemas.microsoft.com/office/drawing/2014/main" id="{7B8C6111-593D-5ABD-0A12-E611DD3B7D39}"/>
              </a:ext>
            </a:extLst>
          </p:cNvPr>
          <p:cNvSpPr/>
          <p:nvPr/>
        </p:nvSpPr>
        <p:spPr>
          <a:xfrm>
            <a:off x="5870448" y="4094890"/>
            <a:ext cx="4160520" cy="804672"/>
          </a:xfrm>
          <a:prstGeom prst="rect">
            <a:avLst/>
          </a:prstGeom>
          <a:solidFill>
            <a:schemeClr val="accent1">
              <a:lumMod val="20000"/>
              <a:lumOff val="80000"/>
            </a:schemeClr>
          </a:solidFill>
          <a:ln w="12700">
            <a:solidFill>
              <a:srgbClr val="0077A8"/>
            </a:solidFill>
            <a:prstDash val="solid"/>
          </a:ln>
        </p:spPr>
        <p:txBody>
          <a:bodyPr/>
          <a:lstStyle/>
          <a:p>
            <a:endParaRPr lang="en-DE" dirty="0">
              <a:solidFill>
                <a:srgbClr val="00B0F0"/>
              </a:solidFill>
            </a:endParaRPr>
          </a:p>
        </p:txBody>
      </p:sp>
      <p:sp>
        <p:nvSpPr>
          <p:cNvPr id="36" name="Text 4">
            <a:extLst>
              <a:ext uri="{FF2B5EF4-FFF2-40B4-BE49-F238E27FC236}">
                <a16:creationId xmlns:a16="http://schemas.microsoft.com/office/drawing/2014/main" id="{F27BBD1A-1852-6CE1-4B78-B8952B30738F}"/>
              </a:ext>
            </a:extLst>
          </p:cNvPr>
          <p:cNvSpPr/>
          <p:nvPr/>
        </p:nvSpPr>
        <p:spPr>
          <a:xfrm>
            <a:off x="5980176" y="4168042"/>
            <a:ext cx="457200" cy="32004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07</a:t>
            </a:r>
            <a:endParaRPr lang="en-US" sz="1400" dirty="0"/>
          </a:p>
        </p:txBody>
      </p:sp>
      <p:sp>
        <p:nvSpPr>
          <p:cNvPr id="37" name="Text 5">
            <a:extLst>
              <a:ext uri="{FF2B5EF4-FFF2-40B4-BE49-F238E27FC236}">
                <a16:creationId xmlns:a16="http://schemas.microsoft.com/office/drawing/2014/main" id="{E9ED9F6B-7573-006D-B9F6-6E17D6484132}"/>
              </a:ext>
            </a:extLst>
          </p:cNvPr>
          <p:cNvSpPr/>
          <p:nvPr/>
        </p:nvSpPr>
        <p:spPr>
          <a:xfrm>
            <a:off x="6464808" y="4168042"/>
            <a:ext cx="3429000" cy="320040"/>
          </a:xfrm>
          <a:prstGeom prst="rect">
            <a:avLst/>
          </a:prstGeom>
          <a:noFill/>
          <a:ln/>
        </p:spPr>
        <p:txBody>
          <a:bodyPr wrap="square" lIns="0" tIns="0" rIns="0" bIns="0" rtlCol="0" anchor="ctr"/>
          <a:lstStyle/>
          <a:p>
            <a:r>
              <a:rPr lang="en-US" sz="1300" b="1" dirty="0">
                <a:latin typeface="Consolas" pitchFamily="34" charset="0"/>
                <a:ea typeface="Consolas" pitchFamily="34" charset="-122"/>
                <a:cs typeface="Consolas" pitchFamily="34" charset="-120"/>
              </a:rPr>
              <a:t>GenerateAndRunChart</a:t>
            </a:r>
            <a:endParaRPr lang="en-US" sz="1300" dirty="0"/>
          </a:p>
        </p:txBody>
      </p:sp>
      <p:sp>
        <p:nvSpPr>
          <p:cNvPr id="38" name="Text 6">
            <a:extLst>
              <a:ext uri="{FF2B5EF4-FFF2-40B4-BE49-F238E27FC236}">
                <a16:creationId xmlns:a16="http://schemas.microsoft.com/office/drawing/2014/main" id="{8FFBDA49-CBC0-C0A5-6C8B-95C43306587D}"/>
              </a:ext>
            </a:extLst>
          </p:cNvPr>
          <p:cNvSpPr/>
          <p:nvPr/>
        </p:nvSpPr>
        <p:spPr>
          <a:xfrm>
            <a:off x="6464808" y="4515514"/>
            <a:ext cx="3429000" cy="320040"/>
          </a:xfrm>
          <a:prstGeom prst="rect">
            <a:avLst/>
          </a:prstGeom>
          <a:noFill/>
          <a:ln/>
        </p:spPr>
        <p:txBody>
          <a:bodyPr wrap="square" lIns="0" tIns="0" rIns="0" bIns="0" rtlCol="0" anchor="ctr"/>
          <a:lstStyle/>
          <a:p>
            <a:r>
              <a:rPr lang="en-US" sz="1050" i="1" dirty="0">
                <a:latin typeface="Calibri" pitchFamily="34" charset="0"/>
                <a:ea typeface="Calibri" pitchFamily="34" charset="-122"/>
                <a:cs typeface="Calibri" pitchFamily="34" charset="-120"/>
              </a:rPr>
              <a:t>Runs the generated script through three validation checks, then executes it in isolation</a:t>
            </a:r>
          </a:p>
        </p:txBody>
      </p:sp>
    </p:spTree>
    <p:extLst>
      <p:ext uri="{BB962C8B-B14F-4D97-AF65-F5344CB8AC3E}">
        <p14:creationId xmlns:p14="http://schemas.microsoft.com/office/powerpoint/2010/main" val="3635395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0EAB2-7A40-7452-8DEA-9A490346787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0E9F31-7CD9-5E96-F837-350630033A7D}"/>
              </a:ext>
            </a:extLst>
          </p:cNvPr>
          <p:cNvSpPr>
            <a:spLocks noGrp="1"/>
          </p:cNvSpPr>
          <p:nvPr>
            <p:ph idx="1"/>
          </p:nvPr>
        </p:nvSpPr>
        <p:spPr>
          <a:xfrm>
            <a:off x="1048092" y="868680"/>
            <a:ext cx="10095815" cy="5120640"/>
          </a:xfrm>
        </p:spPr>
        <p:txBody>
          <a:bodyPr>
            <a:normAutofit/>
          </a:bodyPr>
          <a:lstStyle/>
          <a:p>
            <a:pPr marL="0" indent="0">
              <a:buNone/>
            </a:pPr>
            <a:r>
              <a:rPr lang="en-US" sz="3000" b="1" dirty="0">
                <a:latin typeface="Calibri" panose="020F0502020204030204" pitchFamily="34" charset="0"/>
                <a:ea typeface="Calibri" panose="020F0502020204030204" pitchFamily="34" charset="0"/>
                <a:cs typeface="Calibri" panose="020F0502020204030204" pitchFamily="34" charset="0"/>
              </a:rPr>
              <a:t>ORCHESTRATION LAYER</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DATA FLOW</a:t>
            </a: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E3B4E75-9565-117B-CDA6-84283190979A}"/>
              </a:ext>
            </a:extLst>
          </p:cNvPr>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9854048" y="172261"/>
            <a:ext cx="2016370" cy="1062110"/>
          </a:xfrm>
          <a:prstGeom prst="rect">
            <a:avLst/>
          </a:prstGeom>
          <a:effectLst/>
        </p:spPr>
      </p:pic>
      <p:sp>
        <p:nvSpPr>
          <p:cNvPr id="5" name="TextBox 4">
            <a:extLst>
              <a:ext uri="{FF2B5EF4-FFF2-40B4-BE49-F238E27FC236}">
                <a16:creationId xmlns:a16="http://schemas.microsoft.com/office/drawing/2014/main" id="{598FC5F2-0D8E-D718-71CD-86FB63611101}"/>
              </a:ext>
            </a:extLst>
          </p:cNvPr>
          <p:cNvSpPr txBox="1"/>
          <p:nvPr/>
        </p:nvSpPr>
        <p:spPr>
          <a:xfrm>
            <a:off x="79217" y="6503580"/>
            <a:ext cx="8005527" cy="246221"/>
          </a:xfrm>
          <a:prstGeom prst="rect">
            <a:avLst/>
          </a:prstGeom>
          <a:noFill/>
        </p:spPr>
        <p:txBody>
          <a:bodyPr wrap="square">
            <a:spAutoFit/>
          </a:bodyPr>
          <a:lstStyle/>
          <a:p>
            <a:pPr>
              <a:spcAft>
                <a:spcPts val="600"/>
              </a:spcAft>
            </a:pPr>
            <a:r>
              <a:rPr lang="en" sz="1000" dirty="0">
                <a:latin typeface="Times New Roman" panose="02020603050405020304" pitchFamily="18" charset="0"/>
                <a:cs typeface="Times New Roman" panose="02020603050405020304" pitchFamily="18" charset="0"/>
                <a:sym typeface="Lato"/>
              </a:rPr>
              <a:t>M.Eng. Information Technology WS25-26/ </a:t>
            </a:r>
            <a:r>
              <a:rPr lang="en-US" sz="1000" dirty="0">
                <a:latin typeface="Times New Roman" panose="02020603050405020304" pitchFamily="18" charset="0"/>
                <a:cs typeface="Times New Roman" panose="02020603050405020304" pitchFamily="18" charset="0"/>
              </a:rPr>
              <a:t>Damir Dobric &amp; Andreas Pech</a:t>
            </a:r>
            <a:r>
              <a:rPr lang="en" sz="1000" dirty="0">
                <a:latin typeface="Times New Roman" panose="02020603050405020304" pitchFamily="18" charset="0"/>
                <a:cs typeface="Times New Roman" panose="02020603050405020304" pitchFamily="18" charset="0"/>
                <a:sym typeface="Lato"/>
              </a:rPr>
              <a:t>/ </a:t>
            </a:r>
            <a:r>
              <a:rPr lang="en-US" sz="1000" dirty="0">
                <a:latin typeface="Times New Roman" panose="02020603050405020304" pitchFamily="18" charset="0"/>
                <a:cs typeface="Times New Roman" panose="02020603050405020304" pitchFamily="18" charset="0"/>
              </a:rPr>
              <a:t>Module Software Engineering</a:t>
            </a:r>
          </a:p>
        </p:txBody>
      </p:sp>
      <p:sp>
        <p:nvSpPr>
          <p:cNvPr id="2" name="Slide Number Placeholder 1">
            <a:extLst>
              <a:ext uri="{FF2B5EF4-FFF2-40B4-BE49-F238E27FC236}">
                <a16:creationId xmlns:a16="http://schemas.microsoft.com/office/drawing/2014/main" id="{9A1A10BA-B2A1-4931-1538-86ACDB5D7D0A}"/>
              </a:ext>
            </a:extLst>
          </p:cNvPr>
          <p:cNvSpPr>
            <a:spLocks noGrp="1"/>
          </p:cNvSpPr>
          <p:nvPr>
            <p:ph type="sldNum" sz="quarter" idx="12"/>
          </p:nvPr>
        </p:nvSpPr>
        <p:spPr/>
        <p:txBody>
          <a:bodyPr/>
          <a:lstStyle/>
          <a:p>
            <a:fld id="{130AC47B-80C8-4C1B-84E9-DE269DE6DDAD}" type="slidenum">
              <a:rPr lang="en-US" smtClean="0"/>
              <a:t>10</a:t>
            </a:fld>
            <a:endParaRPr lang="en-US"/>
          </a:p>
        </p:txBody>
      </p:sp>
      <p:sp>
        <p:nvSpPr>
          <p:cNvPr id="6" name="Shape 3">
            <a:extLst>
              <a:ext uri="{FF2B5EF4-FFF2-40B4-BE49-F238E27FC236}">
                <a16:creationId xmlns:a16="http://schemas.microsoft.com/office/drawing/2014/main" id="{06A511DB-30F3-FE9B-90EA-420880FC96E0}"/>
              </a:ext>
            </a:extLst>
          </p:cNvPr>
          <p:cNvSpPr/>
          <p:nvPr/>
        </p:nvSpPr>
        <p:spPr>
          <a:xfrm>
            <a:off x="2182368" y="2240280"/>
            <a:ext cx="1143000" cy="822960"/>
          </a:xfrm>
          <a:prstGeom prst="rect">
            <a:avLst/>
          </a:prstGeom>
          <a:solidFill>
            <a:schemeClr val="accent1">
              <a:lumMod val="20000"/>
              <a:lumOff val="80000"/>
            </a:schemeClr>
          </a:solidFill>
          <a:ln w="19050">
            <a:solidFill>
              <a:srgbClr val="00B4D8"/>
            </a:solidFill>
            <a:prstDash val="solid"/>
          </a:ln>
          <a:effectLst>
            <a:outerShdw blurRad="101600" dist="38100" dir="8100000" algn="bl" rotWithShape="0">
              <a:srgbClr val="000000">
                <a:alpha val="18000"/>
              </a:srgbClr>
            </a:outerShdw>
          </a:effectLst>
        </p:spPr>
        <p:txBody>
          <a:bodyPr anchor="ctr"/>
          <a:lstStyle/>
          <a:p>
            <a:pPr algn="ctr"/>
            <a:r>
              <a:rPr lang="en-US" b="1" dirty="0">
                <a:latin typeface="Calibri" panose="020F0502020204030204" pitchFamily="34" charset="0"/>
                <a:ea typeface="Calibri" panose="020F0502020204030204" pitchFamily="34" charset="0"/>
                <a:cs typeface="Calibri" panose="020F0502020204030204" pitchFamily="34" charset="0"/>
              </a:rPr>
              <a:t>Natural Language</a:t>
            </a:r>
            <a:endParaRPr lang="en-DE" b="1" dirty="0">
              <a:latin typeface="Calibri" panose="020F0502020204030204" pitchFamily="34" charset="0"/>
              <a:ea typeface="Calibri" panose="020F0502020204030204" pitchFamily="34" charset="0"/>
              <a:cs typeface="Calibri" panose="020F0502020204030204" pitchFamily="34" charset="0"/>
            </a:endParaRPr>
          </a:p>
        </p:txBody>
      </p:sp>
      <p:sp>
        <p:nvSpPr>
          <p:cNvPr id="7" name="Shape 5">
            <a:extLst>
              <a:ext uri="{FF2B5EF4-FFF2-40B4-BE49-F238E27FC236}">
                <a16:creationId xmlns:a16="http://schemas.microsoft.com/office/drawing/2014/main" id="{02BB6679-45F6-8EDB-8F8C-5C63BC7A8ED1}"/>
              </a:ext>
            </a:extLst>
          </p:cNvPr>
          <p:cNvSpPr/>
          <p:nvPr/>
        </p:nvSpPr>
        <p:spPr>
          <a:xfrm>
            <a:off x="3325368" y="2587752"/>
            <a:ext cx="283464" cy="128016"/>
          </a:xfrm>
          <a:prstGeom prst="rect">
            <a:avLst/>
          </a:prstGeom>
          <a:solidFill>
            <a:srgbClr val="00B4D8"/>
          </a:solidFill>
          <a:ln w="12700">
            <a:solidFill>
              <a:srgbClr val="00B4D8"/>
            </a:solidFill>
            <a:prstDash val="solid"/>
          </a:ln>
        </p:spPr>
        <p:txBody>
          <a:bodyPr/>
          <a:lstStyle/>
          <a:p>
            <a:endParaRPr lang="en-DE" b="1">
              <a:latin typeface="Calibri" panose="020F0502020204030204" pitchFamily="34" charset="0"/>
              <a:ea typeface="Calibri" panose="020F0502020204030204" pitchFamily="34" charset="0"/>
              <a:cs typeface="Calibri" panose="020F0502020204030204" pitchFamily="34" charset="0"/>
            </a:endParaRPr>
          </a:p>
        </p:txBody>
      </p:sp>
      <p:sp>
        <p:nvSpPr>
          <p:cNvPr id="8" name="Shape 6">
            <a:extLst>
              <a:ext uri="{FF2B5EF4-FFF2-40B4-BE49-F238E27FC236}">
                <a16:creationId xmlns:a16="http://schemas.microsoft.com/office/drawing/2014/main" id="{33057A8C-7FC1-B0D0-CBA4-A45DC8198BF3}"/>
              </a:ext>
            </a:extLst>
          </p:cNvPr>
          <p:cNvSpPr/>
          <p:nvPr/>
        </p:nvSpPr>
        <p:spPr>
          <a:xfrm>
            <a:off x="3608832" y="2240280"/>
            <a:ext cx="1143000" cy="822960"/>
          </a:xfrm>
          <a:prstGeom prst="rect">
            <a:avLst/>
          </a:prstGeom>
          <a:solidFill>
            <a:schemeClr val="accent1">
              <a:lumMod val="20000"/>
              <a:lumOff val="80000"/>
            </a:schemeClr>
          </a:solidFill>
          <a:ln w="19050">
            <a:solidFill>
              <a:srgbClr val="00B4D8"/>
            </a:solidFill>
            <a:prstDash val="solid"/>
          </a:ln>
          <a:effectLst>
            <a:outerShdw blurRad="101600" dist="38100" dir="8100000" algn="bl" rotWithShape="0">
              <a:srgbClr val="000000">
                <a:alpha val="18000"/>
              </a:srgbClr>
            </a:outerShdw>
          </a:effectLst>
        </p:spPr>
        <p:txBody>
          <a:bodyPr anchor="ctr"/>
          <a:lstStyle/>
          <a:p>
            <a:pPr algn="ctr"/>
            <a:r>
              <a:rPr lang="en-US" b="1" dirty="0">
                <a:latin typeface="Calibri" panose="020F0502020204030204" pitchFamily="34" charset="0"/>
                <a:ea typeface="Calibri" panose="020F0502020204030204" pitchFamily="34" charset="0"/>
                <a:cs typeface="Calibri" panose="020F0502020204030204" pitchFamily="34" charset="0"/>
              </a:rPr>
              <a:t>Tool Selection</a:t>
            </a:r>
            <a:endParaRPr lang="en-DE" b="1" dirty="0">
              <a:latin typeface="Calibri" panose="020F0502020204030204" pitchFamily="34" charset="0"/>
              <a:ea typeface="Calibri" panose="020F0502020204030204" pitchFamily="34" charset="0"/>
              <a:cs typeface="Calibri" panose="020F0502020204030204" pitchFamily="34" charset="0"/>
            </a:endParaRPr>
          </a:p>
        </p:txBody>
      </p:sp>
      <p:sp>
        <p:nvSpPr>
          <p:cNvPr id="9" name="Shape 8">
            <a:extLst>
              <a:ext uri="{FF2B5EF4-FFF2-40B4-BE49-F238E27FC236}">
                <a16:creationId xmlns:a16="http://schemas.microsoft.com/office/drawing/2014/main" id="{9B5E1AB8-8712-86E5-25B8-20DE5C014F4D}"/>
              </a:ext>
            </a:extLst>
          </p:cNvPr>
          <p:cNvSpPr/>
          <p:nvPr/>
        </p:nvSpPr>
        <p:spPr>
          <a:xfrm>
            <a:off x="4751832" y="2587752"/>
            <a:ext cx="283464" cy="128016"/>
          </a:xfrm>
          <a:prstGeom prst="rect">
            <a:avLst/>
          </a:prstGeom>
          <a:solidFill>
            <a:srgbClr val="00B4D8"/>
          </a:solidFill>
          <a:ln w="12700">
            <a:solidFill>
              <a:srgbClr val="00B4D8"/>
            </a:solidFill>
            <a:prstDash val="solid"/>
          </a:ln>
        </p:spPr>
        <p:txBody>
          <a:bodyPr/>
          <a:lstStyle/>
          <a:p>
            <a:endParaRPr lang="en-DE" b="1">
              <a:latin typeface="Calibri" panose="020F0502020204030204" pitchFamily="34" charset="0"/>
              <a:ea typeface="Calibri" panose="020F0502020204030204" pitchFamily="34" charset="0"/>
              <a:cs typeface="Calibri" panose="020F0502020204030204" pitchFamily="34" charset="0"/>
            </a:endParaRPr>
          </a:p>
        </p:txBody>
      </p:sp>
      <p:sp>
        <p:nvSpPr>
          <p:cNvPr id="10" name="Shape 9">
            <a:extLst>
              <a:ext uri="{FF2B5EF4-FFF2-40B4-BE49-F238E27FC236}">
                <a16:creationId xmlns:a16="http://schemas.microsoft.com/office/drawing/2014/main" id="{FDA541D8-4858-854A-6639-AABE6DBBA620}"/>
              </a:ext>
            </a:extLst>
          </p:cNvPr>
          <p:cNvSpPr/>
          <p:nvPr/>
        </p:nvSpPr>
        <p:spPr>
          <a:xfrm>
            <a:off x="5035296" y="2240280"/>
            <a:ext cx="1347216" cy="822960"/>
          </a:xfrm>
          <a:prstGeom prst="rect">
            <a:avLst/>
          </a:prstGeom>
          <a:solidFill>
            <a:schemeClr val="accent1">
              <a:lumMod val="20000"/>
              <a:lumOff val="80000"/>
            </a:schemeClr>
          </a:solidFill>
          <a:ln w="19050">
            <a:solidFill>
              <a:srgbClr val="00B4D8"/>
            </a:solidFill>
            <a:prstDash val="solid"/>
          </a:ln>
          <a:effectLst>
            <a:outerShdw blurRad="101600" dist="38100" dir="8100000" algn="bl" rotWithShape="0">
              <a:srgbClr val="000000">
                <a:alpha val="18000"/>
              </a:srgbClr>
            </a:outerShdw>
          </a:effectLst>
        </p:spPr>
        <p:txBody>
          <a:bodyPr anchor="ctr"/>
          <a:lstStyle/>
          <a:p>
            <a:pPr algn="ctr"/>
            <a:r>
              <a:rPr lang="en-US" b="1" dirty="0">
                <a:latin typeface="Calibri" panose="020F0502020204030204" pitchFamily="34" charset="0"/>
                <a:ea typeface="Calibri" panose="020F0502020204030204" pitchFamily="34" charset="0"/>
                <a:cs typeface="Calibri" panose="020F0502020204030204" pitchFamily="34" charset="0"/>
              </a:rPr>
              <a:t>Code Generation</a:t>
            </a:r>
            <a:endParaRPr lang="en-DE" b="1" dirty="0">
              <a:latin typeface="Calibri" panose="020F0502020204030204" pitchFamily="34" charset="0"/>
              <a:ea typeface="Calibri" panose="020F0502020204030204" pitchFamily="34" charset="0"/>
              <a:cs typeface="Calibri" panose="020F0502020204030204" pitchFamily="34" charset="0"/>
            </a:endParaRPr>
          </a:p>
        </p:txBody>
      </p:sp>
      <p:sp>
        <p:nvSpPr>
          <p:cNvPr id="11" name="Shape 11">
            <a:extLst>
              <a:ext uri="{FF2B5EF4-FFF2-40B4-BE49-F238E27FC236}">
                <a16:creationId xmlns:a16="http://schemas.microsoft.com/office/drawing/2014/main" id="{431F45DC-3956-65F7-80AD-4B27A0C7292D}"/>
              </a:ext>
            </a:extLst>
          </p:cNvPr>
          <p:cNvSpPr/>
          <p:nvPr/>
        </p:nvSpPr>
        <p:spPr>
          <a:xfrm>
            <a:off x="6388608" y="2587752"/>
            <a:ext cx="283464" cy="128016"/>
          </a:xfrm>
          <a:prstGeom prst="rect">
            <a:avLst/>
          </a:prstGeom>
          <a:solidFill>
            <a:srgbClr val="00B4D8"/>
          </a:solidFill>
          <a:ln w="12700">
            <a:solidFill>
              <a:srgbClr val="00B4D8"/>
            </a:solidFill>
            <a:prstDash val="solid"/>
          </a:ln>
        </p:spPr>
        <p:txBody>
          <a:bodyPr/>
          <a:lstStyle/>
          <a:p>
            <a:endParaRPr lang="en-DE" b="1">
              <a:latin typeface="Calibri" panose="020F0502020204030204" pitchFamily="34" charset="0"/>
              <a:ea typeface="Calibri" panose="020F0502020204030204" pitchFamily="34" charset="0"/>
              <a:cs typeface="Calibri" panose="020F0502020204030204" pitchFamily="34" charset="0"/>
            </a:endParaRPr>
          </a:p>
        </p:txBody>
      </p:sp>
      <p:sp>
        <p:nvSpPr>
          <p:cNvPr id="12" name="Shape 12">
            <a:extLst>
              <a:ext uri="{FF2B5EF4-FFF2-40B4-BE49-F238E27FC236}">
                <a16:creationId xmlns:a16="http://schemas.microsoft.com/office/drawing/2014/main" id="{83E0F4D1-7999-D210-8A60-0C436DD7342E}"/>
              </a:ext>
            </a:extLst>
          </p:cNvPr>
          <p:cNvSpPr/>
          <p:nvPr/>
        </p:nvSpPr>
        <p:spPr>
          <a:xfrm>
            <a:off x="6672072" y="2240280"/>
            <a:ext cx="1214628" cy="822960"/>
          </a:xfrm>
          <a:prstGeom prst="rect">
            <a:avLst/>
          </a:prstGeom>
          <a:solidFill>
            <a:schemeClr val="accent1">
              <a:lumMod val="20000"/>
              <a:lumOff val="80000"/>
            </a:schemeClr>
          </a:solidFill>
          <a:ln w="19050">
            <a:solidFill>
              <a:srgbClr val="00B4D8"/>
            </a:solidFill>
            <a:prstDash val="solid"/>
          </a:ln>
          <a:effectLst>
            <a:outerShdw blurRad="101600" dist="38100" dir="8100000" algn="bl" rotWithShape="0">
              <a:srgbClr val="000000">
                <a:alpha val="18000"/>
              </a:srgbClr>
            </a:outerShdw>
          </a:effectLst>
        </p:spPr>
        <p:txBody>
          <a:bodyPr anchor="ctr"/>
          <a:lstStyle/>
          <a:p>
            <a:pPr algn="ctr"/>
            <a:r>
              <a:rPr lang="en-US" b="1" dirty="0">
                <a:latin typeface="Calibri" panose="020F0502020204030204" pitchFamily="34" charset="0"/>
                <a:ea typeface="Calibri" panose="020F0502020204030204" pitchFamily="34" charset="0"/>
                <a:cs typeface="Calibri" panose="020F0502020204030204" pitchFamily="34" charset="0"/>
              </a:rPr>
              <a:t>Validation</a:t>
            </a:r>
            <a:endParaRPr lang="en-DE" b="1" dirty="0">
              <a:latin typeface="Calibri" panose="020F0502020204030204" pitchFamily="34" charset="0"/>
              <a:ea typeface="Calibri" panose="020F0502020204030204" pitchFamily="34" charset="0"/>
              <a:cs typeface="Calibri" panose="020F0502020204030204" pitchFamily="34" charset="0"/>
            </a:endParaRPr>
          </a:p>
        </p:txBody>
      </p:sp>
      <p:sp>
        <p:nvSpPr>
          <p:cNvPr id="13" name="Shape 14">
            <a:extLst>
              <a:ext uri="{FF2B5EF4-FFF2-40B4-BE49-F238E27FC236}">
                <a16:creationId xmlns:a16="http://schemas.microsoft.com/office/drawing/2014/main" id="{BA927F4F-8FC5-6EC8-D5A6-7CF3E1EF8452}"/>
              </a:ext>
            </a:extLst>
          </p:cNvPr>
          <p:cNvSpPr/>
          <p:nvPr/>
        </p:nvSpPr>
        <p:spPr>
          <a:xfrm>
            <a:off x="7897368" y="2587752"/>
            <a:ext cx="283464" cy="128016"/>
          </a:xfrm>
          <a:prstGeom prst="rect">
            <a:avLst/>
          </a:prstGeom>
          <a:solidFill>
            <a:srgbClr val="00B4D8"/>
          </a:solidFill>
          <a:ln w="12700">
            <a:solidFill>
              <a:srgbClr val="00B4D8"/>
            </a:solidFill>
            <a:prstDash val="solid"/>
          </a:ln>
        </p:spPr>
        <p:txBody>
          <a:bodyPr/>
          <a:lstStyle/>
          <a:p>
            <a:endParaRPr lang="en-DE" b="1">
              <a:latin typeface="Calibri" panose="020F0502020204030204" pitchFamily="34" charset="0"/>
              <a:ea typeface="Calibri" panose="020F0502020204030204" pitchFamily="34" charset="0"/>
              <a:cs typeface="Calibri" panose="020F0502020204030204" pitchFamily="34" charset="0"/>
            </a:endParaRPr>
          </a:p>
        </p:txBody>
      </p:sp>
      <p:sp>
        <p:nvSpPr>
          <p:cNvPr id="14" name="Shape 15">
            <a:extLst>
              <a:ext uri="{FF2B5EF4-FFF2-40B4-BE49-F238E27FC236}">
                <a16:creationId xmlns:a16="http://schemas.microsoft.com/office/drawing/2014/main" id="{66CEE89C-6BC9-6911-E7ED-9DDCBBF4F1ED}"/>
              </a:ext>
            </a:extLst>
          </p:cNvPr>
          <p:cNvSpPr/>
          <p:nvPr/>
        </p:nvSpPr>
        <p:spPr>
          <a:xfrm>
            <a:off x="8176260" y="2240280"/>
            <a:ext cx="1214628" cy="822960"/>
          </a:xfrm>
          <a:prstGeom prst="rect">
            <a:avLst/>
          </a:prstGeom>
          <a:solidFill>
            <a:schemeClr val="accent1">
              <a:lumMod val="20000"/>
              <a:lumOff val="80000"/>
            </a:schemeClr>
          </a:solidFill>
          <a:ln w="19050">
            <a:solidFill>
              <a:srgbClr val="00B4D8"/>
            </a:solidFill>
            <a:prstDash val="solid"/>
          </a:ln>
          <a:effectLst>
            <a:outerShdw blurRad="101600" dist="38100" dir="8100000" algn="bl" rotWithShape="0">
              <a:srgbClr val="000000">
                <a:alpha val="18000"/>
              </a:srgbClr>
            </a:outerShdw>
          </a:effectLst>
        </p:spPr>
        <p:txBody>
          <a:bodyPr anchor="ctr"/>
          <a:lstStyle/>
          <a:p>
            <a:pPr algn="ctr"/>
            <a:r>
              <a:rPr lang="en-US" b="1" dirty="0">
                <a:latin typeface="Calibri" panose="020F0502020204030204" pitchFamily="34" charset="0"/>
                <a:ea typeface="Calibri" panose="020F0502020204030204" pitchFamily="34" charset="0"/>
                <a:cs typeface="Calibri" panose="020F0502020204030204" pitchFamily="34" charset="0"/>
              </a:rPr>
              <a:t>Sandbox Execution</a:t>
            </a:r>
            <a:endParaRPr lang="en-DE"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81369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D02B0-9A4C-A53B-C47A-481B00C4E4B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06F1F0-01E1-50DF-917B-CFBD126069C7}"/>
              </a:ext>
            </a:extLst>
          </p:cNvPr>
          <p:cNvSpPr>
            <a:spLocks noGrp="1"/>
          </p:cNvSpPr>
          <p:nvPr>
            <p:ph idx="1"/>
          </p:nvPr>
        </p:nvSpPr>
        <p:spPr>
          <a:xfrm>
            <a:off x="1048092" y="877824"/>
            <a:ext cx="10095815" cy="5111496"/>
          </a:xfrm>
        </p:spPr>
        <p:txBody>
          <a:bodyPr>
            <a:normAutofit/>
          </a:bodyPr>
          <a:lstStyle/>
          <a:p>
            <a:pPr marL="0" indent="0">
              <a:buNone/>
            </a:pPr>
            <a:r>
              <a:rPr lang="en-US" sz="3000" b="1" dirty="0">
                <a:latin typeface="Calibri" panose="020F0502020204030204" pitchFamily="34" charset="0"/>
                <a:ea typeface="Calibri" panose="020F0502020204030204" pitchFamily="34" charset="0"/>
                <a:cs typeface="Calibri" panose="020F0502020204030204" pitchFamily="34" charset="0"/>
              </a:rPr>
              <a:t>TECHNOLOGY STACK</a:t>
            </a: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1AA8245-C609-34FC-A850-D431D650E77D}"/>
              </a:ext>
            </a:extLst>
          </p:cNvPr>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9854048" y="172261"/>
            <a:ext cx="2016370" cy="1062110"/>
          </a:xfrm>
          <a:prstGeom prst="rect">
            <a:avLst/>
          </a:prstGeom>
          <a:effectLst/>
        </p:spPr>
      </p:pic>
      <p:sp>
        <p:nvSpPr>
          <p:cNvPr id="5" name="TextBox 4">
            <a:extLst>
              <a:ext uri="{FF2B5EF4-FFF2-40B4-BE49-F238E27FC236}">
                <a16:creationId xmlns:a16="http://schemas.microsoft.com/office/drawing/2014/main" id="{1B6CB6C5-4613-55BD-6662-3794600CE848}"/>
              </a:ext>
            </a:extLst>
          </p:cNvPr>
          <p:cNvSpPr txBox="1"/>
          <p:nvPr/>
        </p:nvSpPr>
        <p:spPr>
          <a:xfrm>
            <a:off x="79217" y="6503580"/>
            <a:ext cx="8005527" cy="246221"/>
          </a:xfrm>
          <a:prstGeom prst="rect">
            <a:avLst/>
          </a:prstGeom>
          <a:noFill/>
        </p:spPr>
        <p:txBody>
          <a:bodyPr wrap="square">
            <a:spAutoFit/>
          </a:bodyPr>
          <a:lstStyle/>
          <a:p>
            <a:pPr>
              <a:spcAft>
                <a:spcPts val="600"/>
              </a:spcAft>
            </a:pPr>
            <a:r>
              <a:rPr lang="en" sz="1000" dirty="0">
                <a:latin typeface="Times New Roman" panose="02020603050405020304" pitchFamily="18" charset="0"/>
                <a:cs typeface="Times New Roman" panose="02020603050405020304" pitchFamily="18" charset="0"/>
                <a:sym typeface="Lato"/>
              </a:rPr>
              <a:t>M.Eng. Information Technology WS25-26/ </a:t>
            </a:r>
            <a:r>
              <a:rPr lang="en-US" sz="1000" dirty="0">
                <a:latin typeface="Times New Roman" panose="02020603050405020304" pitchFamily="18" charset="0"/>
                <a:cs typeface="Times New Roman" panose="02020603050405020304" pitchFamily="18" charset="0"/>
              </a:rPr>
              <a:t>Damir Dobric &amp; Andreas Pech</a:t>
            </a:r>
            <a:r>
              <a:rPr lang="en" sz="1000" dirty="0">
                <a:latin typeface="Times New Roman" panose="02020603050405020304" pitchFamily="18" charset="0"/>
                <a:cs typeface="Times New Roman" panose="02020603050405020304" pitchFamily="18" charset="0"/>
                <a:sym typeface="Lato"/>
              </a:rPr>
              <a:t>/ </a:t>
            </a:r>
            <a:r>
              <a:rPr lang="en-US" sz="1000" dirty="0">
                <a:latin typeface="Times New Roman" panose="02020603050405020304" pitchFamily="18" charset="0"/>
                <a:cs typeface="Times New Roman" panose="02020603050405020304" pitchFamily="18" charset="0"/>
              </a:rPr>
              <a:t>Module Software Engineering</a:t>
            </a:r>
          </a:p>
        </p:txBody>
      </p:sp>
      <p:sp>
        <p:nvSpPr>
          <p:cNvPr id="2" name="Slide Number Placeholder 1">
            <a:extLst>
              <a:ext uri="{FF2B5EF4-FFF2-40B4-BE49-F238E27FC236}">
                <a16:creationId xmlns:a16="http://schemas.microsoft.com/office/drawing/2014/main" id="{669C87CC-DBFB-B77C-62C7-5020A68E2CF2}"/>
              </a:ext>
            </a:extLst>
          </p:cNvPr>
          <p:cNvSpPr>
            <a:spLocks noGrp="1"/>
          </p:cNvSpPr>
          <p:nvPr>
            <p:ph type="sldNum" sz="quarter" idx="12"/>
          </p:nvPr>
        </p:nvSpPr>
        <p:spPr/>
        <p:txBody>
          <a:bodyPr/>
          <a:lstStyle/>
          <a:p>
            <a:fld id="{130AC47B-80C8-4C1B-84E9-DE269DE6DDAD}" type="slidenum">
              <a:rPr lang="en-US" smtClean="0"/>
              <a:pPr/>
              <a:t>11</a:t>
            </a:fld>
            <a:endParaRPr lang="en-US"/>
          </a:p>
        </p:txBody>
      </p:sp>
      <p:sp>
        <p:nvSpPr>
          <p:cNvPr id="27" name="Shape 5">
            <a:extLst>
              <a:ext uri="{FF2B5EF4-FFF2-40B4-BE49-F238E27FC236}">
                <a16:creationId xmlns:a16="http://schemas.microsoft.com/office/drawing/2014/main" id="{3465F277-2568-32BB-25BE-139B4535F3EC}"/>
              </a:ext>
            </a:extLst>
          </p:cNvPr>
          <p:cNvSpPr/>
          <p:nvPr/>
        </p:nvSpPr>
        <p:spPr>
          <a:xfrm>
            <a:off x="1613916" y="2675221"/>
            <a:ext cx="1600200" cy="420624"/>
          </a:xfrm>
          <a:prstGeom prst="rect">
            <a:avLst/>
          </a:prstGeom>
          <a:solidFill>
            <a:srgbClr val="FFFFFF"/>
          </a:solidFill>
          <a:ln w="12700">
            <a:solidFill>
              <a:srgbClr val="D1DCF0"/>
            </a:solidFill>
            <a:prstDash val="solid"/>
          </a:ln>
          <a:effectLst>
            <a:outerShdw blurRad="101600" dist="38100" dir="8100000" algn="bl" rotWithShape="0">
              <a:srgbClr val="000000">
                <a:alpha val="18000"/>
              </a:srgbClr>
            </a:outerShdw>
          </a:effectLst>
        </p:spPr>
        <p:txBody>
          <a:bodyPr anchor="ctr"/>
          <a:lstStyle/>
          <a:p>
            <a:pPr algn="ctr"/>
            <a:r>
              <a:rPr lang="en-DE" sz="1400" b="1">
                <a:latin typeface="Calibri" panose="020F0502020204030204" pitchFamily="34" charset="0"/>
                <a:ea typeface="Calibri" panose="020F0502020204030204" pitchFamily="34" charset="0"/>
                <a:cs typeface="Calibri" panose="020F0502020204030204" pitchFamily="34" charset="0"/>
              </a:rPr>
              <a:t>.NET 10 SDK</a:t>
            </a:r>
          </a:p>
        </p:txBody>
      </p:sp>
      <p:sp>
        <p:nvSpPr>
          <p:cNvPr id="28" name="Shape 7">
            <a:extLst>
              <a:ext uri="{FF2B5EF4-FFF2-40B4-BE49-F238E27FC236}">
                <a16:creationId xmlns:a16="http://schemas.microsoft.com/office/drawing/2014/main" id="{5B294A72-79A9-EB7C-54DE-B0843B5F6C9A}"/>
              </a:ext>
            </a:extLst>
          </p:cNvPr>
          <p:cNvSpPr/>
          <p:nvPr/>
        </p:nvSpPr>
        <p:spPr>
          <a:xfrm>
            <a:off x="1613916" y="3178141"/>
            <a:ext cx="1600200" cy="420624"/>
          </a:xfrm>
          <a:prstGeom prst="rect">
            <a:avLst/>
          </a:prstGeom>
          <a:solidFill>
            <a:srgbClr val="FFFFFF"/>
          </a:solidFill>
          <a:ln w="12700">
            <a:solidFill>
              <a:srgbClr val="D1DCF0"/>
            </a:solidFill>
            <a:prstDash val="solid"/>
          </a:ln>
          <a:effectLst>
            <a:outerShdw blurRad="101600" dist="38100" dir="8100000" algn="bl" rotWithShape="0">
              <a:srgbClr val="000000">
                <a:alpha val="18000"/>
              </a:srgbClr>
            </a:outerShdw>
          </a:effectLst>
        </p:spPr>
        <p:txBody>
          <a:bodyPr anchor="ctr"/>
          <a:lstStyle/>
          <a:p>
            <a:pPr algn="ctr"/>
            <a:r>
              <a:rPr lang="en-DE" sz="1400" b="1">
                <a:latin typeface="Calibri" panose="020F0502020204030204" pitchFamily="34" charset="0"/>
                <a:ea typeface="Calibri" panose="020F0502020204030204" pitchFamily="34" charset="0"/>
                <a:cs typeface="Calibri" panose="020F0502020204030204" pitchFamily="34" charset="0"/>
              </a:rPr>
              <a:t>C# 13</a:t>
            </a:r>
          </a:p>
        </p:txBody>
      </p:sp>
      <p:sp>
        <p:nvSpPr>
          <p:cNvPr id="29" name="Shape 9">
            <a:extLst>
              <a:ext uri="{FF2B5EF4-FFF2-40B4-BE49-F238E27FC236}">
                <a16:creationId xmlns:a16="http://schemas.microsoft.com/office/drawing/2014/main" id="{08020ED6-F195-C0F0-0A42-C0EFA73BF520}"/>
              </a:ext>
            </a:extLst>
          </p:cNvPr>
          <p:cNvSpPr/>
          <p:nvPr/>
        </p:nvSpPr>
        <p:spPr>
          <a:xfrm>
            <a:off x="3332988" y="2155502"/>
            <a:ext cx="1600200" cy="384048"/>
          </a:xfrm>
          <a:prstGeom prst="rect">
            <a:avLst/>
          </a:prstGeom>
          <a:solidFill>
            <a:schemeClr val="accent1">
              <a:lumMod val="20000"/>
              <a:lumOff val="80000"/>
            </a:schemeClr>
          </a:solidFill>
          <a:ln w="12700">
            <a:solidFill>
              <a:srgbClr val="1E2A4A"/>
            </a:solidFill>
            <a:prstDash val="solid"/>
          </a:ln>
        </p:spPr>
        <p:txBody>
          <a:bodyPr anchor="ctr"/>
          <a:lstStyle/>
          <a:p>
            <a:pPr algn="ctr"/>
            <a:r>
              <a:rPr lang="en-US" sz="1400" b="1" dirty="0">
                <a:latin typeface="Calibri" panose="020F0502020204030204" pitchFamily="34" charset="0"/>
                <a:ea typeface="Calibri" panose="020F0502020204030204" pitchFamily="34" charset="0"/>
                <a:cs typeface="Calibri" panose="020F0502020204030204" pitchFamily="34" charset="0"/>
              </a:rPr>
              <a:t>AL / LLM</a:t>
            </a:r>
            <a:endParaRPr lang="en-DE" sz="1400" b="1" dirty="0">
              <a:latin typeface="Calibri" panose="020F0502020204030204" pitchFamily="34" charset="0"/>
              <a:ea typeface="Calibri" panose="020F0502020204030204" pitchFamily="34" charset="0"/>
              <a:cs typeface="Calibri" panose="020F0502020204030204" pitchFamily="34" charset="0"/>
            </a:endParaRPr>
          </a:p>
        </p:txBody>
      </p:sp>
      <p:sp>
        <p:nvSpPr>
          <p:cNvPr id="32" name="Shape 15">
            <a:extLst>
              <a:ext uri="{FF2B5EF4-FFF2-40B4-BE49-F238E27FC236}">
                <a16:creationId xmlns:a16="http://schemas.microsoft.com/office/drawing/2014/main" id="{2D0AF8AC-43CC-49A3-0614-FC61E75D346C}"/>
              </a:ext>
            </a:extLst>
          </p:cNvPr>
          <p:cNvSpPr/>
          <p:nvPr/>
        </p:nvSpPr>
        <p:spPr>
          <a:xfrm>
            <a:off x="3332988" y="3681061"/>
            <a:ext cx="1600200" cy="420624"/>
          </a:xfrm>
          <a:prstGeom prst="rect">
            <a:avLst/>
          </a:prstGeom>
          <a:solidFill>
            <a:srgbClr val="FFFFFF"/>
          </a:solidFill>
          <a:ln w="12700">
            <a:solidFill>
              <a:srgbClr val="D1DCF0"/>
            </a:solidFill>
            <a:prstDash val="solid"/>
          </a:ln>
          <a:effectLst>
            <a:outerShdw blurRad="101600" dist="38100" dir="8100000" algn="bl" rotWithShape="0">
              <a:srgbClr val="000000">
                <a:alpha val="18000"/>
              </a:srgbClr>
            </a:outerShdw>
          </a:effectLst>
        </p:spPr>
        <p:txBody>
          <a:bodyPr anchor="ctr"/>
          <a:lstStyle/>
          <a:p>
            <a:pPr algn="ctr"/>
            <a:r>
              <a:rPr lang="en-DE" sz="1400" b="1">
                <a:latin typeface="Calibri" panose="020F0502020204030204" pitchFamily="34" charset="0"/>
                <a:ea typeface="Calibri" panose="020F0502020204030204" pitchFamily="34" charset="0"/>
                <a:cs typeface="Calibri" panose="020F0502020204030204" pitchFamily="34" charset="0"/>
              </a:rPr>
              <a:t>Microsoft.Agents.AI</a:t>
            </a:r>
          </a:p>
        </p:txBody>
      </p:sp>
      <p:sp>
        <p:nvSpPr>
          <p:cNvPr id="33" name="Shape 17">
            <a:extLst>
              <a:ext uri="{FF2B5EF4-FFF2-40B4-BE49-F238E27FC236}">
                <a16:creationId xmlns:a16="http://schemas.microsoft.com/office/drawing/2014/main" id="{51D7D287-8399-741A-422E-B1AA71EB3D6B}"/>
              </a:ext>
            </a:extLst>
          </p:cNvPr>
          <p:cNvSpPr/>
          <p:nvPr/>
        </p:nvSpPr>
        <p:spPr>
          <a:xfrm>
            <a:off x="5052060" y="2155502"/>
            <a:ext cx="1600200" cy="384048"/>
          </a:xfrm>
          <a:prstGeom prst="rect">
            <a:avLst/>
          </a:prstGeom>
          <a:solidFill>
            <a:schemeClr val="accent1">
              <a:lumMod val="20000"/>
              <a:lumOff val="80000"/>
            </a:schemeClr>
          </a:solidFill>
          <a:ln w="12700">
            <a:solidFill>
              <a:srgbClr val="1E2A4A"/>
            </a:solidFill>
            <a:prstDash val="solid"/>
          </a:ln>
        </p:spPr>
        <p:txBody>
          <a:bodyPr anchor="ctr"/>
          <a:lstStyle/>
          <a:p>
            <a:pPr algn="ctr"/>
            <a:r>
              <a:rPr lang="en-US" sz="1400" b="1" dirty="0">
                <a:latin typeface="Calibri" panose="020F0502020204030204" pitchFamily="34" charset="0"/>
                <a:ea typeface="Calibri" panose="020F0502020204030204" pitchFamily="34" charset="0"/>
                <a:cs typeface="Calibri" panose="020F0502020204030204" pitchFamily="34" charset="0"/>
              </a:rPr>
              <a:t>Python</a:t>
            </a:r>
            <a:endParaRPr lang="en-DE" sz="1400" b="1" dirty="0">
              <a:latin typeface="Calibri" panose="020F0502020204030204" pitchFamily="34" charset="0"/>
              <a:ea typeface="Calibri" panose="020F0502020204030204" pitchFamily="34" charset="0"/>
              <a:cs typeface="Calibri" panose="020F0502020204030204" pitchFamily="34" charset="0"/>
            </a:endParaRPr>
          </a:p>
        </p:txBody>
      </p:sp>
      <p:sp>
        <p:nvSpPr>
          <p:cNvPr id="34" name="Shape 19">
            <a:extLst>
              <a:ext uri="{FF2B5EF4-FFF2-40B4-BE49-F238E27FC236}">
                <a16:creationId xmlns:a16="http://schemas.microsoft.com/office/drawing/2014/main" id="{F4247B90-ECBD-A0DB-2D7D-89841BBE21D7}"/>
              </a:ext>
            </a:extLst>
          </p:cNvPr>
          <p:cNvSpPr/>
          <p:nvPr/>
        </p:nvSpPr>
        <p:spPr>
          <a:xfrm>
            <a:off x="5055528" y="2675221"/>
            <a:ext cx="1600200" cy="420624"/>
          </a:xfrm>
          <a:prstGeom prst="rect">
            <a:avLst/>
          </a:prstGeom>
          <a:solidFill>
            <a:srgbClr val="FFFFFF"/>
          </a:solidFill>
          <a:ln w="12700">
            <a:solidFill>
              <a:srgbClr val="D1DCF0"/>
            </a:solidFill>
            <a:prstDash val="solid"/>
          </a:ln>
          <a:effectLst>
            <a:outerShdw blurRad="101600" dist="38100" dir="8100000" algn="bl" rotWithShape="0">
              <a:srgbClr val="000000">
                <a:alpha val="18000"/>
              </a:srgbClr>
            </a:outerShdw>
          </a:effectLst>
        </p:spPr>
        <p:txBody>
          <a:bodyPr anchor="ctr"/>
          <a:lstStyle/>
          <a:p>
            <a:pPr algn="ctr"/>
            <a:r>
              <a:rPr lang="en-DE" sz="1400" b="1">
                <a:latin typeface="Calibri" panose="020F0502020204030204" pitchFamily="34" charset="0"/>
                <a:ea typeface="Calibri" panose="020F0502020204030204" pitchFamily="34" charset="0"/>
                <a:cs typeface="Calibri" panose="020F0502020204030204" pitchFamily="34" charset="0"/>
              </a:rPr>
              <a:t>matplotlib</a:t>
            </a:r>
          </a:p>
        </p:txBody>
      </p:sp>
      <p:sp>
        <p:nvSpPr>
          <p:cNvPr id="35" name="Shape 21">
            <a:extLst>
              <a:ext uri="{FF2B5EF4-FFF2-40B4-BE49-F238E27FC236}">
                <a16:creationId xmlns:a16="http://schemas.microsoft.com/office/drawing/2014/main" id="{85F6F9E8-CCD9-572E-75AA-7F50F394B25E}"/>
              </a:ext>
            </a:extLst>
          </p:cNvPr>
          <p:cNvSpPr/>
          <p:nvPr/>
        </p:nvSpPr>
        <p:spPr>
          <a:xfrm>
            <a:off x="5055528" y="3178141"/>
            <a:ext cx="1600200" cy="420624"/>
          </a:xfrm>
          <a:prstGeom prst="rect">
            <a:avLst/>
          </a:prstGeom>
          <a:solidFill>
            <a:srgbClr val="FFFFFF"/>
          </a:solidFill>
          <a:ln w="12700">
            <a:solidFill>
              <a:srgbClr val="D1DCF0"/>
            </a:solidFill>
            <a:prstDash val="solid"/>
          </a:ln>
          <a:effectLst>
            <a:outerShdw blurRad="101600" dist="38100" dir="8100000" algn="bl" rotWithShape="0">
              <a:srgbClr val="000000">
                <a:alpha val="18000"/>
              </a:srgbClr>
            </a:outerShdw>
          </a:effectLst>
        </p:spPr>
        <p:txBody>
          <a:bodyPr anchor="ctr"/>
          <a:lstStyle/>
          <a:p>
            <a:pPr algn="ctr"/>
            <a:r>
              <a:rPr lang="en-DE" sz="1400" b="1">
                <a:latin typeface="Calibri" panose="020F0502020204030204" pitchFamily="34" charset="0"/>
                <a:ea typeface="Calibri" panose="020F0502020204030204" pitchFamily="34" charset="0"/>
                <a:cs typeface="Calibri" panose="020F0502020204030204" pitchFamily="34" charset="0"/>
              </a:rPr>
              <a:t>pandas</a:t>
            </a:r>
          </a:p>
        </p:txBody>
      </p:sp>
      <p:sp>
        <p:nvSpPr>
          <p:cNvPr id="36" name="Shape 23">
            <a:extLst>
              <a:ext uri="{FF2B5EF4-FFF2-40B4-BE49-F238E27FC236}">
                <a16:creationId xmlns:a16="http://schemas.microsoft.com/office/drawing/2014/main" id="{7B9F93A7-512F-951D-2F57-2478C89BCCE0}"/>
              </a:ext>
            </a:extLst>
          </p:cNvPr>
          <p:cNvSpPr/>
          <p:nvPr/>
        </p:nvSpPr>
        <p:spPr>
          <a:xfrm>
            <a:off x="5055528" y="3681061"/>
            <a:ext cx="1600200" cy="420624"/>
          </a:xfrm>
          <a:prstGeom prst="rect">
            <a:avLst/>
          </a:prstGeom>
          <a:solidFill>
            <a:srgbClr val="FFFFFF"/>
          </a:solidFill>
          <a:ln w="12700">
            <a:solidFill>
              <a:srgbClr val="D1DCF0"/>
            </a:solidFill>
            <a:prstDash val="solid"/>
          </a:ln>
          <a:effectLst>
            <a:outerShdw blurRad="101600" dist="38100" dir="8100000" algn="bl" rotWithShape="0">
              <a:srgbClr val="000000">
                <a:alpha val="18000"/>
              </a:srgbClr>
            </a:outerShdw>
          </a:effectLst>
        </p:spPr>
        <p:txBody>
          <a:bodyPr anchor="ctr"/>
          <a:lstStyle/>
          <a:p>
            <a:pPr algn="ctr"/>
            <a:r>
              <a:rPr lang="en-DE" sz="1400" b="1">
                <a:latin typeface="Calibri" panose="020F0502020204030204" pitchFamily="34" charset="0"/>
                <a:ea typeface="Calibri" panose="020F0502020204030204" pitchFamily="34" charset="0"/>
                <a:cs typeface="Calibri" panose="020F0502020204030204" pitchFamily="34" charset="0"/>
              </a:rPr>
              <a:t>numpy</a:t>
            </a:r>
          </a:p>
        </p:txBody>
      </p:sp>
      <p:sp>
        <p:nvSpPr>
          <p:cNvPr id="37" name="Shape 25">
            <a:extLst>
              <a:ext uri="{FF2B5EF4-FFF2-40B4-BE49-F238E27FC236}">
                <a16:creationId xmlns:a16="http://schemas.microsoft.com/office/drawing/2014/main" id="{36141E53-52D1-03BA-2D60-2134D2778D52}"/>
              </a:ext>
            </a:extLst>
          </p:cNvPr>
          <p:cNvSpPr/>
          <p:nvPr/>
        </p:nvSpPr>
        <p:spPr>
          <a:xfrm>
            <a:off x="5055528" y="4183981"/>
            <a:ext cx="1600200" cy="420624"/>
          </a:xfrm>
          <a:prstGeom prst="rect">
            <a:avLst/>
          </a:prstGeom>
          <a:solidFill>
            <a:srgbClr val="FFFFFF"/>
          </a:solidFill>
          <a:ln w="12700">
            <a:solidFill>
              <a:srgbClr val="D1DCF0"/>
            </a:solidFill>
            <a:prstDash val="solid"/>
          </a:ln>
          <a:effectLst>
            <a:outerShdw blurRad="101600" dist="38100" dir="8100000" algn="bl" rotWithShape="0">
              <a:srgbClr val="000000">
                <a:alpha val="18000"/>
              </a:srgbClr>
            </a:outerShdw>
          </a:effectLst>
        </p:spPr>
        <p:txBody>
          <a:bodyPr anchor="ctr"/>
          <a:lstStyle/>
          <a:p>
            <a:pPr algn="ctr"/>
            <a:r>
              <a:rPr lang="en-DE" sz="1400" b="1">
                <a:latin typeface="Calibri" panose="020F0502020204030204" pitchFamily="34" charset="0"/>
                <a:ea typeface="Calibri" panose="020F0502020204030204" pitchFamily="34" charset="0"/>
                <a:cs typeface="Calibri" panose="020F0502020204030204" pitchFamily="34" charset="0"/>
              </a:rPr>
              <a:t>Python ≥ 3.8</a:t>
            </a:r>
          </a:p>
        </p:txBody>
      </p:sp>
      <p:sp>
        <p:nvSpPr>
          <p:cNvPr id="38" name="Shape 27">
            <a:extLst>
              <a:ext uri="{FF2B5EF4-FFF2-40B4-BE49-F238E27FC236}">
                <a16:creationId xmlns:a16="http://schemas.microsoft.com/office/drawing/2014/main" id="{9A127F0B-3072-97A4-DAFA-26222CA1780D}"/>
              </a:ext>
            </a:extLst>
          </p:cNvPr>
          <p:cNvSpPr/>
          <p:nvPr/>
        </p:nvSpPr>
        <p:spPr>
          <a:xfrm>
            <a:off x="6771132" y="2155502"/>
            <a:ext cx="1600200" cy="384048"/>
          </a:xfrm>
          <a:prstGeom prst="rect">
            <a:avLst/>
          </a:prstGeom>
          <a:solidFill>
            <a:schemeClr val="accent1">
              <a:lumMod val="20000"/>
              <a:lumOff val="80000"/>
            </a:schemeClr>
          </a:solidFill>
          <a:ln w="12700">
            <a:solidFill>
              <a:srgbClr val="1E2A4A"/>
            </a:solidFill>
            <a:prstDash val="solid"/>
          </a:ln>
        </p:spPr>
        <p:txBody>
          <a:bodyPr anchor="ctr"/>
          <a:lstStyle/>
          <a:p>
            <a:pPr algn="ctr"/>
            <a:r>
              <a:rPr lang="en-US" sz="1400" b="1" dirty="0">
                <a:latin typeface="Calibri" panose="020F0502020204030204" pitchFamily="34" charset="0"/>
                <a:ea typeface="Calibri" panose="020F0502020204030204" pitchFamily="34" charset="0"/>
                <a:cs typeface="Calibri" panose="020F0502020204030204" pitchFamily="34" charset="0"/>
              </a:rPr>
              <a:t>Testing</a:t>
            </a:r>
            <a:endParaRPr lang="en-DE" sz="1400" b="1" dirty="0">
              <a:latin typeface="Calibri" panose="020F0502020204030204" pitchFamily="34" charset="0"/>
              <a:ea typeface="Calibri" panose="020F0502020204030204" pitchFamily="34" charset="0"/>
              <a:cs typeface="Calibri" panose="020F0502020204030204" pitchFamily="34" charset="0"/>
            </a:endParaRPr>
          </a:p>
        </p:txBody>
      </p:sp>
      <p:sp>
        <p:nvSpPr>
          <p:cNvPr id="39" name="Shape 29">
            <a:extLst>
              <a:ext uri="{FF2B5EF4-FFF2-40B4-BE49-F238E27FC236}">
                <a16:creationId xmlns:a16="http://schemas.microsoft.com/office/drawing/2014/main" id="{12CE09F8-FAB8-CC8E-AC96-385BCA89A14F}"/>
              </a:ext>
            </a:extLst>
          </p:cNvPr>
          <p:cNvSpPr/>
          <p:nvPr/>
        </p:nvSpPr>
        <p:spPr>
          <a:xfrm>
            <a:off x="6772866" y="2675221"/>
            <a:ext cx="1600200" cy="420624"/>
          </a:xfrm>
          <a:prstGeom prst="rect">
            <a:avLst/>
          </a:prstGeom>
          <a:solidFill>
            <a:srgbClr val="FFFFFF"/>
          </a:solidFill>
          <a:ln w="12700">
            <a:solidFill>
              <a:srgbClr val="D1DCF0"/>
            </a:solidFill>
            <a:prstDash val="solid"/>
          </a:ln>
          <a:effectLst>
            <a:outerShdw blurRad="101600" dist="38100" dir="8100000" algn="bl" rotWithShape="0">
              <a:srgbClr val="000000">
                <a:alpha val="18000"/>
              </a:srgbClr>
            </a:outerShdw>
          </a:effectLst>
        </p:spPr>
        <p:txBody>
          <a:bodyPr anchor="ctr"/>
          <a:lstStyle/>
          <a:p>
            <a:pPr algn="ctr"/>
            <a:r>
              <a:rPr lang="en-US" sz="1400" b="1" dirty="0">
                <a:latin typeface="Calibri" panose="020F0502020204030204" pitchFamily="34" charset="0"/>
                <a:ea typeface="Calibri" panose="020F0502020204030204" pitchFamily="34" charset="0"/>
                <a:cs typeface="Calibri" panose="020F0502020204030204" pitchFamily="34" charset="0"/>
              </a:rPr>
              <a:t>MS Test</a:t>
            </a:r>
            <a:endParaRPr lang="en-DE" sz="1400" b="1" dirty="0">
              <a:latin typeface="Calibri" panose="020F0502020204030204" pitchFamily="34" charset="0"/>
              <a:ea typeface="Calibri" panose="020F0502020204030204" pitchFamily="34" charset="0"/>
              <a:cs typeface="Calibri" panose="020F0502020204030204" pitchFamily="34" charset="0"/>
            </a:endParaRPr>
          </a:p>
        </p:txBody>
      </p:sp>
      <p:sp>
        <p:nvSpPr>
          <p:cNvPr id="40" name="Shape 31">
            <a:extLst>
              <a:ext uri="{FF2B5EF4-FFF2-40B4-BE49-F238E27FC236}">
                <a16:creationId xmlns:a16="http://schemas.microsoft.com/office/drawing/2014/main" id="{6811FC15-0A95-A12A-F1E4-A4047D4AF56F}"/>
              </a:ext>
            </a:extLst>
          </p:cNvPr>
          <p:cNvSpPr/>
          <p:nvPr/>
        </p:nvSpPr>
        <p:spPr>
          <a:xfrm>
            <a:off x="6772866" y="3178141"/>
            <a:ext cx="1600200" cy="420624"/>
          </a:xfrm>
          <a:prstGeom prst="rect">
            <a:avLst/>
          </a:prstGeom>
          <a:solidFill>
            <a:srgbClr val="FFFFFF"/>
          </a:solidFill>
          <a:ln w="12700">
            <a:solidFill>
              <a:srgbClr val="D1DCF0"/>
            </a:solidFill>
            <a:prstDash val="solid"/>
          </a:ln>
          <a:effectLst>
            <a:outerShdw blurRad="101600" dist="38100" dir="8100000" algn="bl" rotWithShape="0">
              <a:srgbClr val="000000">
                <a:alpha val="18000"/>
              </a:srgbClr>
            </a:outerShdw>
          </a:effectLst>
        </p:spPr>
        <p:txBody>
          <a:bodyPr anchor="ctr"/>
          <a:lstStyle/>
          <a:p>
            <a:pPr algn="ctr"/>
            <a:r>
              <a:rPr lang="en-DE" sz="1400" b="1" dirty="0">
                <a:latin typeface="Calibri" panose="020F0502020204030204" pitchFamily="34" charset="0"/>
                <a:ea typeface="Calibri" panose="020F0502020204030204" pitchFamily="34" charset="0"/>
                <a:cs typeface="Calibri" panose="020F0502020204030204" pitchFamily="34" charset="0"/>
              </a:rPr>
              <a:t>Moq 4.20</a:t>
            </a:r>
          </a:p>
        </p:txBody>
      </p:sp>
      <p:sp>
        <p:nvSpPr>
          <p:cNvPr id="41" name="Shape 33">
            <a:extLst>
              <a:ext uri="{FF2B5EF4-FFF2-40B4-BE49-F238E27FC236}">
                <a16:creationId xmlns:a16="http://schemas.microsoft.com/office/drawing/2014/main" id="{4EF4DA07-19F7-7ABD-FBD7-3A032D967F92}"/>
              </a:ext>
            </a:extLst>
          </p:cNvPr>
          <p:cNvSpPr/>
          <p:nvPr/>
        </p:nvSpPr>
        <p:spPr>
          <a:xfrm>
            <a:off x="6772866" y="3681061"/>
            <a:ext cx="1600200" cy="420624"/>
          </a:xfrm>
          <a:prstGeom prst="rect">
            <a:avLst/>
          </a:prstGeom>
          <a:solidFill>
            <a:srgbClr val="FFFFFF"/>
          </a:solidFill>
          <a:ln w="12700">
            <a:solidFill>
              <a:srgbClr val="D1DCF0"/>
            </a:solidFill>
            <a:prstDash val="solid"/>
          </a:ln>
          <a:effectLst>
            <a:outerShdw blurRad="101600" dist="38100" dir="8100000" algn="bl" rotWithShape="0">
              <a:srgbClr val="000000">
                <a:alpha val="18000"/>
              </a:srgbClr>
            </a:outerShdw>
          </a:effectLst>
        </p:spPr>
        <p:txBody>
          <a:bodyPr anchor="ctr"/>
          <a:lstStyle/>
          <a:p>
            <a:pPr algn="ctr"/>
            <a:r>
              <a:rPr lang="en-DE" sz="1400" b="1" dirty="0">
                <a:latin typeface="Calibri" panose="020F0502020204030204" pitchFamily="34" charset="0"/>
                <a:ea typeface="Calibri" panose="020F0502020204030204" pitchFamily="34" charset="0"/>
                <a:cs typeface="Calibri" panose="020F0502020204030204" pitchFamily="34" charset="0"/>
              </a:rPr>
              <a:t>4</a:t>
            </a:r>
            <a:r>
              <a:rPr lang="en-US" sz="1400" b="1" dirty="0">
                <a:latin typeface="Calibri" panose="020F0502020204030204" pitchFamily="34" charset="0"/>
                <a:ea typeface="Calibri" panose="020F0502020204030204" pitchFamily="34" charset="0"/>
                <a:cs typeface="Calibri" panose="020F0502020204030204" pitchFamily="34" charset="0"/>
              </a:rPr>
              <a:t>2</a:t>
            </a:r>
            <a:r>
              <a:rPr lang="en-DE" sz="1400" b="1" dirty="0">
                <a:latin typeface="Calibri" panose="020F0502020204030204" pitchFamily="34" charset="0"/>
                <a:ea typeface="Calibri" panose="020F0502020204030204" pitchFamily="34" charset="0"/>
                <a:cs typeface="Calibri" panose="020F0502020204030204" pitchFamily="34" charset="0"/>
              </a:rPr>
              <a:t> unit tests</a:t>
            </a:r>
          </a:p>
        </p:txBody>
      </p:sp>
      <p:sp>
        <p:nvSpPr>
          <p:cNvPr id="42" name="Shape 35">
            <a:extLst>
              <a:ext uri="{FF2B5EF4-FFF2-40B4-BE49-F238E27FC236}">
                <a16:creationId xmlns:a16="http://schemas.microsoft.com/office/drawing/2014/main" id="{5A6AF98F-3364-A27E-52A5-6624E645A7CC}"/>
              </a:ext>
            </a:extLst>
          </p:cNvPr>
          <p:cNvSpPr/>
          <p:nvPr/>
        </p:nvSpPr>
        <p:spPr>
          <a:xfrm>
            <a:off x="8490204" y="2155502"/>
            <a:ext cx="1600200" cy="384048"/>
          </a:xfrm>
          <a:prstGeom prst="rect">
            <a:avLst/>
          </a:prstGeom>
          <a:solidFill>
            <a:schemeClr val="accent1">
              <a:lumMod val="20000"/>
              <a:lumOff val="80000"/>
            </a:schemeClr>
          </a:solidFill>
          <a:ln w="12700">
            <a:solidFill>
              <a:srgbClr val="1E2A4A"/>
            </a:solidFill>
            <a:prstDash val="solid"/>
          </a:ln>
        </p:spPr>
        <p:txBody>
          <a:bodyPr anchor="ctr"/>
          <a:lstStyle/>
          <a:p>
            <a:pPr algn="ctr"/>
            <a:r>
              <a:rPr lang="en-US" sz="1400" b="1" dirty="0">
                <a:latin typeface="Calibri" panose="020F0502020204030204" pitchFamily="34" charset="0"/>
                <a:ea typeface="Calibri" panose="020F0502020204030204" pitchFamily="34" charset="0"/>
                <a:cs typeface="Calibri" panose="020F0502020204030204" pitchFamily="34" charset="0"/>
              </a:rPr>
              <a:t>Storage</a:t>
            </a:r>
            <a:endParaRPr lang="en-DE" sz="1400" b="1" dirty="0">
              <a:latin typeface="Calibri" panose="020F0502020204030204" pitchFamily="34" charset="0"/>
              <a:ea typeface="Calibri" panose="020F0502020204030204" pitchFamily="34" charset="0"/>
              <a:cs typeface="Calibri" panose="020F0502020204030204" pitchFamily="34" charset="0"/>
            </a:endParaRPr>
          </a:p>
        </p:txBody>
      </p:sp>
      <p:sp>
        <p:nvSpPr>
          <p:cNvPr id="47" name="Shape 9">
            <a:extLst>
              <a:ext uri="{FF2B5EF4-FFF2-40B4-BE49-F238E27FC236}">
                <a16:creationId xmlns:a16="http://schemas.microsoft.com/office/drawing/2014/main" id="{61183332-BA78-5F76-5D9B-696DABDCA606}"/>
              </a:ext>
            </a:extLst>
          </p:cNvPr>
          <p:cNvSpPr/>
          <p:nvPr/>
        </p:nvSpPr>
        <p:spPr>
          <a:xfrm>
            <a:off x="1613916" y="2155502"/>
            <a:ext cx="1600200" cy="384048"/>
          </a:xfrm>
          <a:prstGeom prst="rect">
            <a:avLst/>
          </a:prstGeom>
          <a:solidFill>
            <a:schemeClr val="accent1">
              <a:lumMod val="20000"/>
              <a:lumOff val="80000"/>
            </a:schemeClr>
          </a:solidFill>
          <a:ln w="12700">
            <a:solidFill>
              <a:srgbClr val="1E2A4A"/>
            </a:solidFill>
            <a:prstDash val="solid"/>
          </a:ln>
        </p:spPr>
        <p:txBody>
          <a:bodyPr anchor="ctr"/>
          <a:lstStyle/>
          <a:p>
            <a:pPr algn="ctr"/>
            <a:r>
              <a:rPr lang="en-DE" sz="1400" b="1" dirty="0">
                <a:latin typeface="Calibri" panose="020F0502020204030204" pitchFamily="34" charset="0"/>
                <a:ea typeface="Calibri" panose="020F0502020204030204" pitchFamily="34" charset="0"/>
                <a:cs typeface="Calibri" panose="020F0502020204030204" pitchFamily="34" charset="0"/>
              </a:rPr>
              <a:t>Runtime</a:t>
            </a:r>
          </a:p>
        </p:txBody>
      </p:sp>
      <p:sp>
        <p:nvSpPr>
          <p:cNvPr id="48" name="Shape 19">
            <a:extLst>
              <a:ext uri="{FF2B5EF4-FFF2-40B4-BE49-F238E27FC236}">
                <a16:creationId xmlns:a16="http://schemas.microsoft.com/office/drawing/2014/main" id="{EBC30D3E-DD51-2076-369D-15C746395FD7}"/>
              </a:ext>
            </a:extLst>
          </p:cNvPr>
          <p:cNvSpPr/>
          <p:nvPr/>
        </p:nvSpPr>
        <p:spPr>
          <a:xfrm>
            <a:off x="3331254" y="2675221"/>
            <a:ext cx="1600200" cy="420624"/>
          </a:xfrm>
          <a:prstGeom prst="rect">
            <a:avLst/>
          </a:prstGeom>
          <a:solidFill>
            <a:srgbClr val="FFFFFF"/>
          </a:solidFill>
          <a:ln w="12700">
            <a:solidFill>
              <a:srgbClr val="D1DCF0"/>
            </a:solidFill>
            <a:prstDash val="solid"/>
          </a:ln>
          <a:effectLst>
            <a:outerShdw blurRad="101600" dist="38100" dir="8100000" algn="bl" rotWithShape="0">
              <a:srgbClr val="000000">
                <a:alpha val="18000"/>
              </a:srgbClr>
            </a:outerShdw>
          </a:effectLst>
        </p:spPr>
        <p:txBody>
          <a:bodyPr anchor="ctr"/>
          <a:lstStyle/>
          <a:p>
            <a:pPr algn="ctr"/>
            <a:r>
              <a:rPr lang="en-DE" sz="1400" b="1">
                <a:latin typeface="Calibri" panose="020F0502020204030204" pitchFamily="34" charset="0"/>
                <a:ea typeface="Calibri" panose="020F0502020204030204" pitchFamily="34" charset="0"/>
                <a:cs typeface="Calibri" panose="020F0502020204030204" pitchFamily="34" charset="0"/>
              </a:rPr>
              <a:t>OpenAI GPT-4o</a:t>
            </a:r>
            <a:endParaRPr lang="en-DE" sz="1400" b="1" dirty="0">
              <a:latin typeface="Calibri" panose="020F0502020204030204" pitchFamily="34" charset="0"/>
              <a:ea typeface="Calibri" panose="020F0502020204030204" pitchFamily="34" charset="0"/>
              <a:cs typeface="Calibri" panose="020F0502020204030204" pitchFamily="34" charset="0"/>
            </a:endParaRPr>
          </a:p>
        </p:txBody>
      </p:sp>
      <p:sp>
        <p:nvSpPr>
          <p:cNvPr id="49" name="Shape 19">
            <a:extLst>
              <a:ext uri="{FF2B5EF4-FFF2-40B4-BE49-F238E27FC236}">
                <a16:creationId xmlns:a16="http://schemas.microsoft.com/office/drawing/2014/main" id="{5F206AF2-2B58-959C-ABDD-F51B9B610E96}"/>
              </a:ext>
            </a:extLst>
          </p:cNvPr>
          <p:cNvSpPr/>
          <p:nvPr/>
        </p:nvSpPr>
        <p:spPr>
          <a:xfrm>
            <a:off x="3331254" y="3173072"/>
            <a:ext cx="1600200" cy="420624"/>
          </a:xfrm>
          <a:prstGeom prst="rect">
            <a:avLst/>
          </a:prstGeom>
          <a:solidFill>
            <a:srgbClr val="FFFFFF"/>
          </a:solidFill>
          <a:ln w="12700">
            <a:solidFill>
              <a:srgbClr val="D1DCF0"/>
            </a:solidFill>
            <a:prstDash val="solid"/>
          </a:ln>
          <a:effectLst>
            <a:outerShdw blurRad="101600" dist="38100" dir="8100000" algn="bl" rotWithShape="0">
              <a:srgbClr val="000000">
                <a:alpha val="18000"/>
              </a:srgbClr>
            </a:outerShdw>
          </a:effectLst>
        </p:spPr>
        <p:txBody>
          <a:bodyPr anchor="ctr"/>
          <a:lstStyle/>
          <a:p>
            <a:pPr algn="ctr"/>
            <a:r>
              <a:rPr lang="en-DE" sz="1400" b="1">
                <a:latin typeface="Calibri" panose="020F0502020204030204" pitchFamily="34" charset="0"/>
                <a:ea typeface="Calibri" panose="020F0502020204030204" pitchFamily="34" charset="0"/>
                <a:cs typeface="Calibri" panose="020F0502020204030204" pitchFamily="34" charset="0"/>
              </a:rPr>
              <a:t>Microsoft.Extensions.AI</a:t>
            </a:r>
          </a:p>
        </p:txBody>
      </p:sp>
      <p:sp>
        <p:nvSpPr>
          <p:cNvPr id="50" name="Shape 29">
            <a:extLst>
              <a:ext uri="{FF2B5EF4-FFF2-40B4-BE49-F238E27FC236}">
                <a16:creationId xmlns:a16="http://schemas.microsoft.com/office/drawing/2014/main" id="{EB978F8E-8C56-5AFB-47AA-57483DA8C823}"/>
              </a:ext>
            </a:extLst>
          </p:cNvPr>
          <p:cNvSpPr/>
          <p:nvPr/>
        </p:nvSpPr>
        <p:spPr>
          <a:xfrm>
            <a:off x="8490204" y="2675221"/>
            <a:ext cx="1600200" cy="420624"/>
          </a:xfrm>
          <a:prstGeom prst="rect">
            <a:avLst/>
          </a:prstGeom>
          <a:solidFill>
            <a:srgbClr val="FFFFFF"/>
          </a:solidFill>
          <a:ln w="12700">
            <a:solidFill>
              <a:srgbClr val="D1DCF0"/>
            </a:solidFill>
            <a:prstDash val="solid"/>
          </a:ln>
          <a:effectLst>
            <a:outerShdw blurRad="101600" dist="38100" dir="8100000" algn="bl" rotWithShape="0">
              <a:srgbClr val="000000">
                <a:alpha val="18000"/>
              </a:srgbClr>
            </a:outerShdw>
          </a:effectLst>
        </p:spPr>
        <p:txBody>
          <a:bodyPr anchor="ctr"/>
          <a:lstStyle/>
          <a:p>
            <a:pPr algn="ctr"/>
            <a:r>
              <a:rPr lang="en-DE" sz="1400" b="1">
                <a:latin typeface="Calibri" panose="020F0502020204030204" pitchFamily="34" charset="0"/>
                <a:ea typeface="Calibri" panose="020F0502020204030204" pitchFamily="34" charset="0"/>
                <a:cs typeface="Calibri" panose="020F0502020204030204" pitchFamily="34" charset="0"/>
              </a:rPr>
              <a:t>Local filesystem</a:t>
            </a:r>
            <a:endParaRPr lang="en-DE" sz="1400" b="1" dirty="0">
              <a:latin typeface="Calibri" panose="020F0502020204030204" pitchFamily="34" charset="0"/>
              <a:ea typeface="Calibri" panose="020F0502020204030204" pitchFamily="34" charset="0"/>
              <a:cs typeface="Calibri" panose="020F0502020204030204" pitchFamily="34" charset="0"/>
            </a:endParaRPr>
          </a:p>
        </p:txBody>
      </p:sp>
      <p:sp>
        <p:nvSpPr>
          <p:cNvPr id="51" name="Shape 29">
            <a:extLst>
              <a:ext uri="{FF2B5EF4-FFF2-40B4-BE49-F238E27FC236}">
                <a16:creationId xmlns:a16="http://schemas.microsoft.com/office/drawing/2014/main" id="{C0205368-4565-8E3A-910F-ED2E1F23FA06}"/>
              </a:ext>
            </a:extLst>
          </p:cNvPr>
          <p:cNvSpPr/>
          <p:nvPr/>
        </p:nvSpPr>
        <p:spPr>
          <a:xfrm>
            <a:off x="8490204" y="3173072"/>
            <a:ext cx="1600200" cy="420624"/>
          </a:xfrm>
          <a:prstGeom prst="rect">
            <a:avLst/>
          </a:prstGeom>
          <a:solidFill>
            <a:srgbClr val="FFFFFF"/>
          </a:solidFill>
          <a:ln w="12700">
            <a:solidFill>
              <a:srgbClr val="D1DCF0"/>
            </a:solidFill>
            <a:prstDash val="solid"/>
          </a:ln>
          <a:effectLst>
            <a:outerShdw blurRad="101600" dist="38100" dir="8100000" algn="bl" rotWithShape="0">
              <a:srgbClr val="000000">
                <a:alpha val="18000"/>
              </a:srgbClr>
            </a:outerShdw>
          </a:effectLst>
        </p:spPr>
        <p:txBody>
          <a:bodyPr anchor="ctr"/>
          <a:lstStyle/>
          <a:p>
            <a:pPr algn="ctr"/>
            <a:r>
              <a:rPr lang="en-DE" sz="1400" b="1">
                <a:latin typeface="Calibri" panose="020F0502020204030204" pitchFamily="34" charset="0"/>
                <a:ea typeface="Calibri" panose="020F0502020204030204" pitchFamily="34" charset="0"/>
                <a:cs typeface="Calibri" panose="020F0502020204030204" pitchFamily="34" charset="0"/>
              </a:rPr>
              <a:t>IStorageStore (extensible)</a:t>
            </a:r>
          </a:p>
        </p:txBody>
      </p:sp>
    </p:spTree>
    <p:extLst>
      <p:ext uri="{BB962C8B-B14F-4D97-AF65-F5344CB8AC3E}">
        <p14:creationId xmlns:p14="http://schemas.microsoft.com/office/powerpoint/2010/main" val="412432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E3A15-0EE8-C142-5541-3E44CD5B3EE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316EEA-374C-F17A-0EC4-3E158CBF4467}"/>
              </a:ext>
            </a:extLst>
          </p:cNvPr>
          <p:cNvSpPr>
            <a:spLocks noGrp="1"/>
          </p:cNvSpPr>
          <p:nvPr>
            <p:ph idx="1"/>
          </p:nvPr>
        </p:nvSpPr>
        <p:spPr>
          <a:xfrm>
            <a:off x="1048092" y="841248"/>
            <a:ext cx="10095815" cy="5285232"/>
          </a:xfrm>
        </p:spPr>
        <p:txBody>
          <a:bodyPr>
            <a:normAutofit/>
          </a:bodyPr>
          <a:lstStyle/>
          <a:p>
            <a:pPr marL="0" indent="0">
              <a:buNone/>
            </a:pPr>
            <a:r>
              <a:rPr lang="en-US" sz="3000" b="1" dirty="0">
                <a:latin typeface="Calibri" panose="020F0502020204030204" pitchFamily="34" charset="0"/>
                <a:ea typeface="Calibri" panose="020F0502020204030204" pitchFamily="34" charset="0"/>
                <a:cs typeface="Calibri" panose="020F0502020204030204" pitchFamily="34" charset="0"/>
              </a:rPr>
              <a:t>MEASURED PERFORMANCE</a:t>
            </a: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55CEC59-564E-D19D-1F9E-6E25146E9CC8}"/>
              </a:ext>
            </a:extLst>
          </p:cNvPr>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9854048" y="172261"/>
            <a:ext cx="2016370" cy="1062110"/>
          </a:xfrm>
          <a:prstGeom prst="rect">
            <a:avLst/>
          </a:prstGeom>
          <a:effectLst/>
        </p:spPr>
      </p:pic>
      <p:sp>
        <p:nvSpPr>
          <p:cNvPr id="5" name="TextBox 4">
            <a:extLst>
              <a:ext uri="{FF2B5EF4-FFF2-40B4-BE49-F238E27FC236}">
                <a16:creationId xmlns:a16="http://schemas.microsoft.com/office/drawing/2014/main" id="{4E593575-5921-E423-462A-20A0221D28D3}"/>
              </a:ext>
            </a:extLst>
          </p:cNvPr>
          <p:cNvSpPr txBox="1"/>
          <p:nvPr/>
        </p:nvSpPr>
        <p:spPr>
          <a:xfrm>
            <a:off x="79217" y="6503580"/>
            <a:ext cx="8005527" cy="246221"/>
          </a:xfrm>
          <a:prstGeom prst="rect">
            <a:avLst/>
          </a:prstGeom>
          <a:noFill/>
        </p:spPr>
        <p:txBody>
          <a:bodyPr wrap="square">
            <a:spAutoFit/>
          </a:bodyPr>
          <a:lstStyle/>
          <a:p>
            <a:pPr>
              <a:spcAft>
                <a:spcPts val="600"/>
              </a:spcAft>
            </a:pPr>
            <a:r>
              <a:rPr lang="en" sz="1000" dirty="0">
                <a:latin typeface="Times New Roman" panose="02020603050405020304" pitchFamily="18" charset="0"/>
                <a:cs typeface="Times New Roman" panose="02020603050405020304" pitchFamily="18" charset="0"/>
                <a:sym typeface="Lato"/>
              </a:rPr>
              <a:t>M.Eng. Information Technology WS25-26/ </a:t>
            </a:r>
            <a:r>
              <a:rPr lang="en-US" sz="1000" dirty="0">
                <a:latin typeface="Times New Roman" panose="02020603050405020304" pitchFamily="18" charset="0"/>
                <a:cs typeface="Times New Roman" panose="02020603050405020304" pitchFamily="18" charset="0"/>
              </a:rPr>
              <a:t>Damir Dobric &amp; Andreas Pech</a:t>
            </a:r>
            <a:r>
              <a:rPr lang="en" sz="1000" dirty="0">
                <a:latin typeface="Times New Roman" panose="02020603050405020304" pitchFamily="18" charset="0"/>
                <a:cs typeface="Times New Roman" panose="02020603050405020304" pitchFamily="18" charset="0"/>
                <a:sym typeface="Lato"/>
              </a:rPr>
              <a:t>/ </a:t>
            </a:r>
            <a:r>
              <a:rPr lang="en-US" sz="1000" dirty="0">
                <a:latin typeface="Times New Roman" panose="02020603050405020304" pitchFamily="18" charset="0"/>
                <a:cs typeface="Times New Roman" panose="02020603050405020304" pitchFamily="18" charset="0"/>
              </a:rPr>
              <a:t>Module Software Engineering</a:t>
            </a:r>
          </a:p>
        </p:txBody>
      </p:sp>
      <p:sp>
        <p:nvSpPr>
          <p:cNvPr id="2" name="Slide Number Placeholder 1">
            <a:extLst>
              <a:ext uri="{FF2B5EF4-FFF2-40B4-BE49-F238E27FC236}">
                <a16:creationId xmlns:a16="http://schemas.microsoft.com/office/drawing/2014/main" id="{56314C57-F23C-66F6-9A0C-AE7ACCEECF84}"/>
              </a:ext>
            </a:extLst>
          </p:cNvPr>
          <p:cNvSpPr>
            <a:spLocks noGrp="1"/>
          </p:cNvSpPr>
          <p:nvPr>
            <p:ph type="sldNum" sz="quarter" idx="12"/>
          </p:nvPr>
        </p:nvSpPr>
        <p:spPr/>
        <p:txBody>
          <a:bodyPr/>
          <a:lstStyle/>
          <a:p>
            <a:fld id="{130AC47B-80C8-4C1B-84E9-DE269DE6DDAD}" type="slidenum">
              <a:rPr lang="en-US" smtClean="0"/>
              <a:pPr/>
              <a:t>12</a:t>
            </a:fld>
            <a:endParaRPr lang="en-US"/>
          </a:p>
        </p:txBody>
      </p:sp>
      <p:graphicFrame>
        <p:nvGraphicFramePr>
          <p:cNvPr id="59" name="Table 58">
            <a:extLst>
              <a:ext uri="{FF2B5EF4-FFF2-40B4-BE49-F238E27FC236}">
                <a16:creationId xmlns:a16="http://schemas.microsoft.com/office/drawing/2014/main" id="{CDC7AB32-3989-8DEF-35BE-FD35FB32077C}"/>
              </a:ext>
            </a:extLst>
          </p:cNvPr>
          <p:cNvGraphicFramePr>
            <a:graphicFrameLocks noGrp="1"/>
          </p:cNvGraphicFramePr>
          <p:nvPr>
            <p:extLst>
              <p:ext uri="{D42A27DB-BD31-4B8C-83A1-F6EECF244321}">
                <p14:modId xmlns:p14="http://schemas.microsoft.com/office/powerpoint/2010/main" val="2830496726"/>
              </p:ext>
            </p:extLst>
          </p:nvPr>
        </p:nvGraphicFramePr>
        <p:xfrm>
          <a:off x="1854200" y="2109554"/>
          <a:ext cx="8128000" cy="2225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231723030"/>
                    </a:ext>
                  </a:extLst>
                </a:gridCol>
                <a:gridCol w="2032000">
                  <a:extLst>
                    <a:ext uri="{9D8B030D-6E8A-4147-A177-3AD203B41FA5}">
                      <a16:colId xmlns:a16="http://schemas.microsoft.com/office/drawing/2014/main" val="1942242027"/>
                    </a:ext>
                  </a:extLst>
                </a:gridCol>
                <a:gridCol w="2032000">
                  <a:extLst>
                    <a:ext uri="{9D8B030D-6E8A-4147-A177-3AD203B41FA5}">
                      <a16:colId xmlns:a16="http://schemas.microsoft.com/office/drawing/2014/main" val="609963360"/>
                    </a:ext>
                  </a:extLst>
                </a:gridCol>
                <a:gridCol w="2032000">
                  <a:extLst>
                    <a:ext uri="{9D8B030D-6E8A-4147-A177-3AD203B41FA5}">
                      <a16:colId xmlns:a16="http://schemas.microsoft.com/office/drawing/2014/main" val="1622060021"/>
                    </a:ext>
                  </a:extLst>
                </a:gridCol>
              </a:tblGrid>
              <a:tr h="370840">
                <a:tc>
                  <a:txBody>
                    <a:bodyPr/>
                    <a:lstStyle/>
                    <a:p>
                      <a:pPr algn="ctr">
                        <a:buNone/>
                      </a:pPr>
                      <a:r>
                        <a:rPr lang="en-GB" sz="14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Scenario</a:t>
                      </a:r>
                    </a:p>
                  </a:txBody>
                  <a:tcPr marL="123825" marR="123825" marT="57150" marB="57150" anchor="ctr">
                    <a:solidFill>
                      <a:schemeClr val="accent1">
                        <a:lumMod val="20000"/>
                        <a:lumOff val="80000"/>
                      </a:schemeClr>
                    </a:solidFill>
                  </a:tcPr>
                </a:tc>
                <a:tc>
                  <a:txBody>
                    <a:bodyPr/>
                    <a:lstStyle/>
                    <a:p>
                      <a:pPr algn="ctr">
                        <a:buNone/>
                      </a:pPr>
                      <a:r>
                        <a:rPr lang="en-GB" sz="14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File Size</a:t>
                      </a:r>
                    </a:p>
                  </a:txBody>
                  <a:tcPr marL="123825" marR="123825" marT="57150" marB="57150" anchor="ctr">
                    <a:solidFill>
                      <a:schemeClr val="accent1">
                        <a:lumMod val="20000"/>
                        <a:lumOff val="80000"/>
                      </a:schemeClr>
                    </a:solidFill>
                  </a:tcPr>
                </a:tc>
                <a:tc>
                  <a:txBody>
                    <a:bodyPr/>
                    <a:lstStyle/>
                    <a:p>
                      <a:pPr algn="ctr">
                        <a:buNone/>
                      </a:pPr>
                      <a:r>
                        <a:rPr lang="en-GB" sz="14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Execution Time</a:t>
                      </a:r>
                    </a:p>
                  </a:txBody>
                  <a:tcPr marL="123825" marR="123825" marT="57150" marB="57150" anchor="ctr">
                    <a:solidFill>
                      <a:schemeClr val="accent1">
                        <a:lumMod val="20000"/>
                        <a:lumOff val="80000"/>
                      </a:schemeClr>
                    </a:solidFill>
                  </a:tcPr>
                </a:tc>
                <a:tc>
                  <a:txBody>
                    <a:bodyPr/>
                    <a:lstStyle/>
                    <a:p>
                      <a:pPr algn="ctr">
                        <a:buNone/>
                      </a:pPr>
                      <a:r>
                        <a:rPr lang="en-GB" sz="14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Peak Memory</a:t>
                      </a:r>
                    </a:p>
                  </a:txBody>
                  <a:tcPr marL="123825" marR="123825" marT="57150" marB="57150" anchor="ctr">
                    <a:solidFill>
                      <a:schemeClr val="accent1">
                        <a:lumMod val="20000"/>
                        <a:lumOff val="80000"/>
                      </a:schemeClr>
                    </a:solidFill>
                  </a:tcPr>
                </a:tc>
                <a:extLst>
                  <a:ext uri="{0D108BD9-81ED-4DB2-BD59-A6C34878D82A}">
                    <a16:rowId xmlns:a16="http://schemas.microsoft.com/office/drawing/2014/main" val="2781786897"/>
                  </a:ext>
                </a:extLst>
              </a:tr>
              <a:tr h="370840">
                <a:tc>
                  <a:txBody>
                    <a:bodyPr/>
                    <a:lstStyle/>
                    <a:p>
                      <a:pPr algn="ctr">
                        <a:buNone/>
                      </a:pPr>
                      <a:r>
                        <a:rPr lang="en-GB" sz="1400" dirty="0">
                          <a:effectLst/>
                          <a:latin typeface="Calibri" panose="020F0502020204030204" pitchFamily="34" charset="0"/>
                          <a:ea typeface="Calibri" panose="020F0502020204030204" pitchFamily="34" charset="0"/>
                          <a:cs typeface="Calibri" panose="020F0502020204030204" pitchFamily="34" charset="0"/>
                        </a:rPr>
                        <a:t>Simple inline data chart</a:t>
                      </a:r>
                    </a:p>
                  </a:txBody>
                  <a:tcPr marL="123825" marR="123825" marT="57150" marB="57150" anchor="ctr"/>
                </a:tc>
                <a:tc>
                  <a:txBody>
                    <a:bodyPr/>
                    <a:lstStyle/>
                    <a:p>
                      <a:pPr algn="ctr">
                        <a:buNone/>
                      </a:pPr>
                      <a:r>
                        <a:rPr lang="en-GB" sz="1400">
                          <a:effectLst/>
                          <a:latin typeface="Calibri" panose="020F0502020204030204" pitchFamily="34" charset="0"/>
                          <a:ea typeface="Calibri" panose="020F0502020204030204" pitchFamily="34" charset="0"/>
                          <a:cs typeface="Calibri" panose="020F0502020204030204" pitchFamily="34" charset="0"/>
                        </a:rPr>
                        <a:t>N/A</a:t>
                      </a:r>
                    </a:p>
                  </a:txBody>
                  <a:tcPr marL="123825" marR="123825" marT="57150" marB="57150" anchor="ctr"/>
                </a:tc>
                <a:tc>
                  <a:txBody>
                    <a:bodyPr/>
                    <a:lstStyle/>
                    <a:p>
                      <a:pPr algn="ctr">
                        <a:buNone/>
                      </a:pPr>
                      <a:r>
                        <a:rPr lang="en-GB" sz="1400">
                          <a:effectLst/>
                          <a:latin typeface="Calibri" panose="020F0502020204030204" pitchFamily="34" charset="0"/>
                          <a:ea typeface="Calibri" panose="020F0502020204030204" pitchFamily="34" charset="0"/>
                          <a:cs typeface="Calibri" panose="020F0502020204030204" pitchFamily="34" charset="0"/>
                        </a:rPr>
                        <a:t>800-1200ms</a:t>
                      </a:r>
                    </a:p>
                  </a:txBody>
                  <a:tcPr marL="123825" marR="123825" marT="57150" marB="57150" anchor="ctr"/>
                </a:tc>
                <a:tc>
                  <a:txBody>
                    <a:bodyPr/>
                    <a:lstStyle/>
                    <a:p>
                      <a:pPr algn="ctr">
                        <a:buNone/>
                      </a:pPr>
                      <a:r>
                        <a:rPr lang="en-GB" sz="1400">
                          <a:effectLst/>
                          <a:latin typeface="Calibri" panose="020F0502020204030204" pitchFamily="34" charset="0"/>
                          <a:ea typeface="Calibri" panose="020F0502020204030204" pitchFamily="34" charset="0"/>
                          <a:cs typeface="Calibri" panose="020F0502020204030204" pitchFamily="34" charset="0"/>
                        </a:rPr>
                        <a:t>35-50 MB</a:t>
                      </a:r>
                    </a:p>
                  </a:txBody>
                  <a:tcPr marL="123825" marR="123825" marT="57150" marB="57150" anchor="ctr"/>
                </a:tc>
                <a:extLst>
                  <a:ext uri="{0D108BD9-81ED-4DB2-BD59-A6C34878D82A}">
                    <a16:rowId xmlns:a16="http://schemas.microsoft.com/office/drawing/2014/main" val="402903880"/>
                  </a:ext>
                </a:extLst>
              </a:tr>
              <a:tr h="370840">
                <a:tc>
                  <a:txBody>
                    <a:bodyPr/>
                    <a:lstStyle/>
                    <a:p>
                      <a:pPr algn="ctr">
                        <a:buNone/>
                      </a:pPr>
                      <a:r>
                        <a:rPr lang="en-GB" sz="1400">
                          <a:effectLst/>
                          <a:latin typeface="Calibri" panose="020F0502020204030204" pitchFamily="34" charset="0"/>
                          <a:ea typeface="Calibri" panose="020F0502020204030204" pitchFamily="34" charset="0"/>
                          <a:cs typeface="Calibri" panose="020F0502020204030204" pitchFamily="34" charset="0"/>
                        </a:rPr>
                        <a:t>CSV (&lt;1 MB)</a:t>
                      </a:r>
                    </a:p>
                  </a:txBody>
                  <a:tcPr marL="123825" marR="123825" marT="57150" marB="57150" anchor="ctr"/>
                </a:tc>
                <a:tc>
                  <a:txBody>
                    <a:bodyPr/>
                    <a:lstStyle/>
                    <a:p>
                      <a:pPr algn="ctr">
                        <a:buNone/>
                      </a:pPr>
                      <a:r>
                        <a:rPr lang="en-GB" sz="1400" dirty="0">
                          <a:effectLst/>
                          <a:latin typeface="Calibri" panose="020F0502020204030204" pitchFamily="34" charset="0"/>
                          <a:ea typeface="Calibri" panose="020F0502020204030204" pitchFamily="34" charset="0"/>
                          <a:cs typeface="Calibri" panose="020F0502020204030204" pitchFamily="34" charset="0"/>
                        </a:rPr>
                        <a:t>500 KB</a:t>
                      </a:r>
                    </a:p>
                  </a:txBody>
                  <a:tcPr marL="123825" marR="123825" marT="57150" marB="57150" anchor="ctr"/>
                </a:tc>
                <a:tc>
                  <a:txBody>
                    <a:bodyPr/>
                    <a:lstStyle/>
                    <a:p>
                      <a:pPr algn="ctr">
                        <a:buNone/>
                      </a:pPr>
                      <a:r>
                        <a:rPr lang="en-GB" sz="1400">
                          <a:effectLst/>
                          <a:latin typeface="Calibri" panose="020F0502020204030204" pitchFamily="34" charset="0"/>
                          <a:ea typeface="Calibri" panose="020F0502020204030204" pitchFamily="34" charset="0"/>
                          <a:cs typeface="Calibri" panose="020F0502020204030204" pitchFamily="34" charset="0"/>
                        </a:rPr>
                        <a:t>1200-1800ms</a:t>
                      </a:r>
                    </a:p>
                  </a:txBody>
                  <a:tcPr marL="123825" marR="123825" marT="57150" marB="57150" anchor="ctr"/>
                </a:tc>
                <a:tc>
                  <a:txBody>
                    <a:bodyPr/>
                    <a:lstStyle/>
                    <a:p>
                      <a:pPr algn="ctr">
                        <a:buNone/>
                      </a:pPr>
                      <a:r>
                        <a:rPr lang="en-GB" sz="1400">
                          <a:effectLst/>
                          <a:latin typeface="Calibri" panose="020F0502020204030204" pitchFamily="34" charset="0"/>
                          <a:ea typeface="Calibri" panose="020F0502020204030204" pitchFamily="34" charset="0"/>
                          <a:cs typeface="Calibri" panose="020F0502020204030204" pitchFamily="34" charset="0"/>
                        </a:rPr>
                        <a:t>60-80 MB</a:t>
                      </a:r>
                    </a:p>
                  </a:txBody>
                  <a:tcPr marL="123825" marR="123825" marT="57150" marB="57150" anchor="ctr"/>
                </a:tc>
                <a:extLst>
                  <a:ext uri="{0D108BD9-81ED-4DB2-BD59-A6C34878D82A}">
                    <a16:rowId xmlns:a16="http://schemas.microsoft.com/office/drawing/2014/main" val="3314209826"/>
                  </a:ext>
                </a:extLst>
              </a:tr>
              <a:tr h="370840">
                <a:tc>
                  <a:txBody>
                    <a:bodyPr/>
                    <a:lstStyle/>
                    <a:p>
                      <a:pPr algn="ctr">
                        <a:buNone/>
                      </a:pPr>
                      <a:r>
                        <a:rPr lang="en-GB" sz="1400">
                          <a:effectLst/>
                          <a:latin typeface="Calibri" panose="020F0502020204030204" pitchFamily="34" charset="0"/>
                          <a:ea typeface="Calibri" panose="020F0502020204030204" pitchFamily="34" charset="0"/>
                          <a:cs typeface="Calibri" panose="020F0502020204030204" pitchFamily="34" charset="0"/>
                        </a:rPr>
                        <a:t>CSV (10 MB)</a:t>
                      </a:r>
                    </a:p>
                  </a:txBody>
                  <a:tcPr marL="123825" marR="123825" marT="57150" marB="57150" anchor="ctr"/>
                </a:tc>
                <a:tc>
                  <a:txBody>
                    <a:bodyPr/>
                    <a:lstStyle/>
                    <a:p>
                      <a:pPr algn="ctr">
                        <a:buNone/>
                      </a:pPr>
                      <a:r>
                        <a:rPr lang="en-GB" sz="1400">
                          <a:effectLst/>
                          <a:latin typeface="Calibri" panose="020F0502020204030204" pitchFamily="34" charset="0"/>
                          <a:ea typeface="Calibri" panose="020F0502020204030204" pitchFamily="34" charset="0"/>
                          <a:cs typeface="Calibri" panose="020F0502020204030204" pitchFamily="34" charset="0"/>
                        </a:rPr>
                        <a:t>10 MB</a:t>
                      </a:r>
                    </a:p>
                  </a:txBody>
                  <a:tcPr marL="123825" marR="123825" marT="57150" marB="57150" anchor="ctr"/>
                </a:tc>
                <a:tc>
                  <a:txBody>
                    <a:bodyPr/>
                    <a:lstStyle/>
                    <a:p>
                      <a:pPr algn="ctr">
                        <a:buNone/>
                      </a:pPr>
                      <a:r>
                        <a:rPr lang="en-GB" sz="1400">
                          <a:effectLst/>
                          <a:latin typeface="Calibri" panose="020F0502020204030204" pitchFamily="34" charset="0"/>
                          <a:ea typeface="Calibri" panose="020F0502020204030204" pitchFamily="34" charset="0"/>
                          <a:cs typeface="Calibri" panose="020F0502020204030204" pitchFamily="34" charset="0"/>
                        </a:rPr>
                        <a:t>2500-3500ms</a:t>
                      </a:r>
                    </a:p>
                  </a:txBody>
                  <a:tcPr marL="123825" marR="123825" marT="57150" marB="57150" anchor="ctr"/>
                </a:tc>
                <a:tc>
                  <a:txBody>
                    <a:bodyPr/>
                    <a:lstStyle/>
                    <a:p>
                      <a:pPr algn="ctr">
                        <a:buNone/>
                      </a:pPr>
                      <a:r>
                        <a:rPr lang="en-GB" sz="1400">
                          <a:effectLst/>
                          <a:latin typeface="Calibri" panose="020F0502020204030204" pitchFamily="34" charset="0"/>
                          <a:ea typeface="Calibri" panose="020F0502020204030204" pitchFamily="34" charset="0"/>
                          <a:cs typeface="Calibri" panose="020F0502020204030204" pitchFamily="34" charset="0"/>
                        </a:rPr>
                        <a:t>150-200 MB</a:t>
                      </a:r>
                    </a:p>
                  </a:txBody>
                  <a:tcPr marL="123825" marR="123825" marT="57150" marB="57150" anchor="ctr"/>
                </a:tc>
                <a:extLst>
                  <a:ext uri="{0D108BD9-81ED-4DB2-BD59-A6C34878D82A}">
                    <a16:rowId xmlns:a16="http://schemas.microsoft.com/office/drawing/2014/main" val="3220643550"/>
                  </a:ext>
                </a:extLst>
              </a:tr>
              <a:tr h="370840">
                <a:tc>
                  <a:txBody>
                    <a:bodyPr/>
                    <a:lstStyle/>
                    <a:p>
                      <a:pPr algn="ctr">
                        <a:buNone/>
                      </a:pPr>
                      <a:r>
                        <a:rPr lang="en-GB" sz="1400">
                          <a:effectLst/>
                          <a:latin typeface="Calibri" panose="020F0502020204030204" pitchFamily="34" charset="0"/>
                          <a:ea typeface="Calibri" panose="020F0502020204030204" pitchFamily="34" charset="0"/>
                          <a:cs typeface="Calibri" panose="020F0502020204030204" pitchFamily="34" charset="0"/>
                        </a:rPr>
                        <a:t>CSV (100 MB, sampled)</a:t>
                      </a:r>
                    </a:p>
                  </a:txBody>
                  <a:tcPr marL="123825" marR="123825" marT="57150" marB="57150" anchor="ctr"/>
                </a:tc>
                <a:tc>
                  <a:txBody>
                    <a:bodyPr/>
                    <a:lstStyle/>
                    <a:p>
                      <a:pPr algn="ctr">
                        <a:buNone/>
                      </a:pPr>
                      <a:r>
                        <a:rPr lang="en-GB" sz="1400" dirty="0">
                          <a:effectLst/>
                          <a:latin typeface="Calibri" panose="020F0502020204030204" pitchFamily="34" charset="0"/>
                          <a:ea typeface="Calibri" panose="020F0502020204030204" pitchFamily="34" charset="0"/>
                          <a:cs typeface="Calibri" panose="020F0502020204030204" pitchFamily="34" charset="0"/>
                        </a:rPr>
                        <a:t>100 MB</a:t>
                      </a:r>
                    </a:p>
                  </a:txBody>
                  <a:tcPr marL="123825" marR="123825" marT="57150" marB="57150" anchor="ctr"/>
                </a:tc>
                <a:tc>
                  <a:txBody>
                    <a:bodyPr/>
                    <a:lstStyle/>
                    <a:p>
                      <a:pPr algn="ctr">
                        <a:buNone/>
                      </a:pPr>
                      <a:r>
                        <a:rPr lang="en-GB" sz="1400">
                          <a:effectLst/>
                          <a:latin typeface="Calibri" panose="020F0502020204030204" pitchFamily="34" charset="0"/>
                          <a:ea typeface="Calibri" panose="020F0502020204030204" pitchFamily="34" charset="0"/>
                          <a:cs typeface="Calibri" panose="020F0502020204030204" pitchFamily="34" charset="0"/>
                        </a:rPr>
                        <a:t>4000-6000ms</a:t>
                      </a:r>
                    </a:p>
                  </a:txBody>
                  <a:tcPr marL="123825" marR="123825" marT="57150" marB="57150" anchor="ctr"/>
                </a:tc>
                <a:tc>
                  <a:txBody>
                    <a:bodyPr/>
                    <a:lstStyle/>
                    <a:p>
                      <a:pPr algn="ctr">
                        <a:buNone/>
                      </a:pPr>
                      <a:r>
                        <a:rPr lang="en-GB" sz="1400">
                          <a:effectLst/>
                          <a:latin typeface="Calibri" panose="020F0502020204030204" pitchFamily="34" charset="0"/>
                          <a:ea typeface="Calibri" panose="020F0502020204030204" pitchFamily="34" charset="0"/>
                          <a:cs typeface="Calibri" panose="020F0502020204030204" pitchFamily="34" charset="0"/>
                        </a:rPr>
                        <a:t>300-400 MB</a:t>
                      </a:r>
                    </a:p>
                  </a:txBody>
                  <a:tcPr marL="123825" marR="123825" marT="57150" marB="57150" anchor="ctr"/>
                </a:tc>
                <a:extLst>
                  <a:ext uri="{0D108BD9-81ED-4DB2-BD59-A6C34878D82A}">
                    <a16:rowId xmlns:a16="http://schemas.microsoft.com/office/drawing/2014/main" val="4156341440"/>
                  </a:ext>
                </a:extLst>
              </a:tr>
              <a:tr h="370840">
                <a:tc>
                  <a:txBody>
                    <a:bodyPr/>
                    <a:lstStyle/>
                    <a:p>
                      <a:pPr algn="ctr">
                        <a:buNone/>
                      </a:pPr>
                      <a:r>
                        <a:rPr lang="en-GB" sz="1400">
                          <a:effectLst/>
                          <a:latin typeface="Calibri" panose="020F0502020204030204" pitchFamily="34" charset="0"/>
                          <a:ea typeface="Calibri" panose="020F0502020204030204" pitchFamily="34" charset="0"/>
                          <a:cs typeface="Calibri" panose="020F0502020204030204" pitchFamily="34" charset="0"/>
                        </a:rPr>
                        <a:t>Multi-chart (3 charts)</a:t>
                      </a:r>
                    </a:p>
                  </a:txBody>
                  <a:tcPr marL="123825" marR="123825" marT="57150" marB="57150" anchor="ctr"/>
                </a:tc>
                <a:tc>
                  <a:txBody>
                    <a:bodyPr/>
                    <a:lstStyle/>
                    <a:p>
                      <a:pPr algn="ctr">
                        <a:buNone/>
                      </a:pPr>
                      <a:r>
                        <a:rPr lang="en-GB" sz="1400">
                          <a:effectLst/>
                          <a:latin typeface="Calibri" panose="020F0502020204030204" pitchFamily="34" charset="0"/>
                          <a:ea typeface="Calibri" panose="020F0502020204030204" pitchFamily="34" charset="0"/>
                          <a:cs typeface="Calibri" panose="020F0502020204030204" pitchFamily="34" charset="0"/>
                        </a:rPr>
                        <a:t>1 MB each</a:t>
                      </a:r>
                    </a:p>
                  </a:txBody>
                  <a:tcPr marL="123825" marR="123825" marT="57150" marB="57150" anchor="ctr"/>
                </a:tc>
                <a:tc>
                  <a:txBody>
                    <a:bodyPr/>
                    <a:lstStyle/>
                    <a:p>
                      <a:pPr algn="ctr">
                        <a:buNone/>
                      </a:pPr>
                      <a:r>
                        <a:rPr lang="en-GB" sz="1400">
                          <a:effectLst/>
                          <a:latin typeface="Calibri" panose="020F0502020204030204" pitchFamily="34" charset="0"/>
                          <a:ea typeface="Calibri" panose="020F0502020204030204" pitchFamily="34" charset="0"/>
                          <a:cs typeface="Calibri" panose="020F0502020204030204" pitchFamily="34" charset="0"/>
                        </a:rPr>
                        <a:t>4000-6000ms</a:t>
                      </a:r>
                    </a:p>
                  </a:txBody>
                  <a:tcPr marL="123825" marR="123825" marT="57150" marB="57150" anchor="ctr"/>
                </a:tc>
                <a:tc>
                  <a:txBody>
                    <a:bodyPr/>
                    <a:lstStyle/>
                    <a:p>
                      <a:pPr algn="ctr">
                        <a:buNone/>
                      </a:pPr>
                      <a:r>
                        <a:rPr lang="en-GB" sz="1400" dirty="0">
                          <a:effectLst/>
                          <a:latin typeface="Calibri" panose="020F0502020204030204" pitchFamily="34" charset="0"/>
                          <a:ea typeface="Calibri" panose="020F0502020204030204" pitchFamily="34" charset="0"/>
                          <a:cs typeface="Calibri" panose="020F0502020204030204" pitchFamily="34" charset="0"/>
                        </a:rPr>
                        <a:t>100-150 MB</a:t>
                      </a:r>
                    </a:p>
                  </a:txBody>
                  <a:tcPr marL="123825" marR="123825" marT="57150" marB="57150" anchor="ctr"/>
                </a:tc>
                <a:extLst>
                  <a:ext uri="{0D108BD9-81ED-4DB2-BD59-A6C34878D82A}">
                    <a16:rowId xmlns:a16="http://schemas.microsoft.com/office/drawing/2014/main" val="2090408153"/>
                  </a:ext>
                </a:extLst>
              </a:tr>
            </a:tbl>
          </a:graphicData>
        </a:graphic>
      </p:graphicFrame>
    </p:spTree>
    <p:extLst>
      <p:ext uri="{BB962C8B-B14F-4D97-AF65-F5344CB8AC3E}">
        <p14:creationId xmlns:p14="http://schemas.microsoft.com/office/powerpoint/2010/main" val="2062403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421FE-CD38-1AED-239B-4561E5DC48A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4164BC-A28C-7BB8-E569-D710C8DFD395}"/>
              </a:ext>
            </a:extLst>
          </p:cNvPr>
          <p:cNvSpPr>
            <a:spLocks noGrp="1"/>
          </p:cNvSpPr>
          <p:nvPr>
            <p:ph idx="1"/>
          </p:nvPr>
        </p:nvSpPr>
        <p:spPr>
          <a:xfrm>
            <a:off x="1048092" y="841248"/>
            <a:ext cx="10095815" cy="5285232"/>
          </a:xfrm>
        </p:spPr>
        <p:txBody>
          <a:bodyPr>
            <a:normAutofit/>
          </a:bodyPr>
          <a:lstStyle/>
          <a:p>
            <a:pPr marL="0" indent="0">
              <a:buNone/>
            </a:pPr>
            <a:r>
              <a:rPr lang="en-US" sz="3000" b="1" dirty="0">
                <a:latin typeface="Calibri" panose="020F0502020204030204" pitchFamily="34" charset="0"/>
                <a:ea typeface="Calibri" panose="020F0502020204030204" pitchFamily="34" charset="0"/>
                <a:cs typeface="Calibri" panose="020F0502020204030204" pitchFamily="34" charset="0"/>
              </a:rPr>
              <a:t>CODE BASE REVIEW &amp; RUN &amp; USE </a:t>
            </a: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5FFE581-8A15-A4C5-DD1C-F7C6D73920D8}"/>
              </a:ext>
            </a:extLst>
          </p:cNvPr>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9854048" y="172261"/>
            <a:ext cx="2016370" cy="1062110"/>
          </a:xfrm>
          <a:prstGeom prst="rect">
            <a:avLst/>
          </a:prstGeom>
          <a:effectLst/>
        </p:spPr>
      </p:pic>
      <p:sp>
        <p:nvSpPr>
          <p:cNvPr id="5" name="TextBox 4">
            <a:extLst>
              <a:ext uri="{FF2B5EF4-FFF2-40B4-BE49-F238E27FC236}">
                <a16:creationId xmlns:a16="http://schemas.microsoft.com/office/drawing/2014/main" id="{E78D687A-2075-D4C1-AFE3-1E982261EE8A}"/>
              </a:ext>
            </a:extLst>
          </p:cNvPr>
          <p:cNvSpPr txBox="1"/>
          <p:nvPr/>
        </p:nvSpPr>
        <p:spPr>
          <a:xfrm>
            <a:off x="79217" y="6503580"/>
            <a:ext cx="8005527" cy="246221"/>
          </a:xfrm>
          <a:prstGeom prst="rect">
            <a:avLst/>
          </a:prstGeom>
          <a:noFill/>
        </p:spPr>
        <p:txBody>
          <a:bodyPr wrap="square">
            <a:spAutoFit/>
          </a:bodyPr>
          <a:lstStyle/>
          <a:p>
            <a:pPr>
              <a:spcAft>
                <a:spcPts val="600"/>
              </a:spcAft>
            </a:pPr>
            <a:r>
              <a:rPr lang="en" sz="1000" dirty="0">
                <a:latin typeface="Times New Roman" panose="02020603050405020304" pitchFamily="18" charset="0"/>
                <a:cs typeface="Times New Roman" panose="02020603050405020304" pitchFamily="18" charset="0"/>
                <a:sym typeface="Lato"/>
              </a:rPr>
              <a:t>M.Eng. Information Technology WS25-26/ </a:t>
            </a:r>
            <a:r>
              <a:rPr lang="en-US" sz="1000" dirty="0">
                <a:latin typeface="Times New Roman" panose="02020603050405020304" pitchFamily="18" charset="0"/>
                <a:cs typeface="Times New Roman" panose="02020603050405020304" pitchFamily="18" charset="0"/>
              </a:rPr>
              <a:t>Damir Dobric &amp; Andreas Pech</a:t>
            </a:r>
            <a:r>
              <a:rPr lang="en" sz="1000" dirty="0">
                <a:latin typeface="Times New Roman" panose="02020603050405020304" pitchFamily="18" charset="0"/>
                <a:cs typeface="Times New Roman" panose="02020603050405020304" pitchFamily="18" charset="0"/>
                <a:sym typeface="Lato"/>
              </a:rPr>
              <a:t>/ </a:t>
            </a:r>
            <a:r>
              <a:rPr lang="en-US" sz="1000" dirty="0">
                <a:latin typeface="Times New Roman" panose="02020603050405020304" pitchFamily="18" charset="0"/>
                <a:cs typeface="Times New Roman" panose="02020603050405020304" pitchFamily="18" charset="0"/>
              </a:rPr>
              <a:t>Module Software Engineering</a:t>
            </a:r>
          </a:p>
        </p:txBody>
      </p:sp>
      <p:sp>
        <p:nvSpPr>
          <p:cNvPr id="2" name="Slide Number Placeholder 1">
            <a:extLst>
              <a:ext uri="{FF2B5EF4-FFF2-40B4-BE49-F238E27FC236}">
                <a16:creationId xmlns:a16="http://schemas.microsoft.com/office/drawing/2014/main" id="{80FAB0CB-DA5D-7792-9BA7-4301E2CAC1A4}"/>
              </a:ext>
            </a:extLst>
          </p:cNvPr>
          <p:cNvSpPr>
            <a:spLocks noGrp="1"/>
          </p:cNvSpPr>
          <p:nvPr>
            <p:ph type="sldNum" sz="quarter" idx="12"/>
          </p:nvPr>
        </p:nvSpPr>
        <p:spPr/>
        <p:txBody>
          <a:bodyPr/>
          <a:lstStyle/>
          <a:p>
            <a:fld id="{130AC47B-80C8-4C1B-84E9-DE269DE6DDAD}" type="slidenum">
              <a:rPr lang="en-US" smtClean="0"/>
              <a:pPr/>
              <a:t>13</a:t>
            </a:fld>
            <a:endParaRPr lang="en-US"/>
          </a:p>
        </p:txBody>
      </p:sp>
    </p:spTree>
    <p:extLst>
      <p:ext uri="{BB962C8B-B14F-4D97-AF65-F5344CB8AC3E}">
        <p14:creationId xmlns:p14="http://schemas.microsoft.com/office/powerpoint/2010/main" val="2928148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E46D3-0529-ABCF-80DD-D39FA526B78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0864AB-22AF-8E98-E447-C32767D52DFA}"/>
              </a:ext>
            </a:extLst>
          </p:cNvPr>
          <p:cNvSpPr>
            <a:spLocks noGrp="1"/>
          </p:cNvSpPr>
          <p:nvPr>
            <p:ph idx="1"/>
          </p:nvPr>
        </p:nvSpPr>
        <p:spPr>
          <a:xfrm>
            <a:off x="1048092" y="841248"/>
            <a:ext cx="10095815" cy="5285232"/>
          </a:xfrm>
        </p:spPr>
        <p:txBody>
          <a:bodyPr>
            <a:normAutofit fontScale="62500" lnSpcReduction="20000"/>
          </a:bodyPr>
          <a:lstStyle/>
          <a:p>
            <a:pPr marL="0" indent="0">
              <a:buNone/>
            </a:pPr>
            <a:r>
              <a:rPr lang="en-US" sz="5500" b="1" dirty="0">
                <a:latin typeface="Calibri" panose="020F0502020204030204" pitchFamily="34" charset="0"/>
                <a:ea typeface="Calibri" panose="020F0502020204030204" pitchFamily="34" charset="0"/>
                <a:cs typeface="Calibri" panose="020F0502020204030204" pitchFamily="34" charset="0"/>
              </a:rPr>
              <a:t>CONCLUSION</a:t>
            </a:r>
          </a:p>
          <a:p>
            <a:pPr marL="0" indent="0">
              <a:buNone/>
            </a:pPr>
            <a:endParaRPr lang="en-US" sz="3000" b="1"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3200" b="1" dirty="0">
                <a:latin typeface="Calibri" panose="020F0502020204030204" pitchFamily="34" charset="0"/>
                <a:ea typeface="Calibri" panose="020F0502020204030204" pitchFamily="34" charset="0"/>
                <a:cs typeface="Calibri" panose="020F0502020204030204" pitchFamily="34" charset="0"/>
              </a:rPr>
              <a:t>Summary of Achievements</a:t>
            </a:r>
          </a:p>
          <a:p>
            <a:pPr algn="jus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Successfully combined LLM based code generation with secure local data processing</a:t>
            </a:r>
          </a:p>
          <a:p>
            <a:pPr algn="jus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Built a resilient agent capable of handling diverse and massive datasets without crashing.</a:t>
            </a:r>
          </a:p>
          <a:p>
            <a:pPr algn="jus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Delivered a clean, extensible, and thoroughly tested codebase perfectly aligned with the course objectives.</a:t>
            </a:r>
          </a:p>
          <a:p>
            <a:pPr marL="0" indent="0" algn="just">
              <a:buNone/>
            </a:pPr>
            <a:endParaRPr lang="en-US" sz="32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3200" b="1" dirty="0">
                <a:latin typeface="Calibri" panose="020F0502020204030204" pitchFamily="34" charset="0"/>
                <a:ea typeface="Calibri" panose="020F0502020204030204" pitchFamily="34" charset="0"/>
                <a:cs typeface="Calibri" panose="020F0502020204030204" pitchFamily="34" charset="0"/>
              </a:rPr>
              <a:t>Future Work</a:t>
            </a:r>
          </a:p>
          <a:p>
            <a:pPr algn="just">
              <a:buFont typeface="Wingdings" panose="05000000000000000000" pitchFamily="2" charset="2"/>
              <a:buChar char="§"/>
            </a:pPr>
            <a:r>
              <a:rPr lang="en-US" sz="3200" b="1" dirty="0">
                <a:latin typeface="Calibri" panose="020F0502020204030204" pitchFamily="34" charset="0"/>
                <a:ea typeface="Calibri" panose="020F0502020204030204" pitchFamily="34" charset="0"/>
                <a:cs typeface="Calibri" panose="020F0502020204030204" pitchFamily="34" charset="0"/>
              </a:rPr>
              <a:t>Persistent Cross-Session Learning: </a:t>
            </a:r>
            <a:r>
              <a:rPr lang="en-US" sz="3200" dirty="0">
                <a:latin typeface="Calibri" panose="020F0502020204030204" pitchFamily="34" charset="0"/>
                <a:ea typeface="Calibri" panose="020F0502020204030204" pitchFamily="34" charset="0"/>
                <a:cs typeface="Calibri" panose="020F0502020204030204" pitchFamily="34" charset="0"/>
              </a:rPr>
              <a:t>Persist ErrorMappingStore entries to a SQLite database. The agent accumulates error patterns over its full operational lifetime rather than resetting on each new session.</a:t>
            </a:r>
          </a:p>
          <a:p>
            <a:pPr algn="just">
              <a:buFont typeface="Wingdings" panose="05000000000000000000" pitchFamily="2" charset="2"/>
              <a:buChar char="§"/>
            </a:pPr>
            <a:r>
              <a:rPr lang="en-US" sz="3200" b="1" dirty="0">
                <a:latin typeface="Calibri" panose="020F0502020204030204" pitchFamily="34" charset="0"/>
                <a:ea typeface="Calibri" panose="020F0502020204030204" pitchFamily="34" charset="0"/>
                <a:cs typeface="Calibri" panose="020F0502020204030204" pitchFamily="34" charset="0"/>
              </a:rPr>
              <a:t>Cloud Object Storage Integration: </a:t>
            </a:r>
            <a:r>
              <a:rPr lang="en-US" sz="3200" dirty="0">
                <a:latin typeface="Calibri" panose="020F0502020204030204" pitchFamily="34" charset="0"/>
                <a:ea typeface="Calibri" panose="020F0502020204030204" pitchFamily="34" charset="0"/>
                <a:cs typeface="Calibri" panose="020F0502020204030204" pitchFamily="34" charset="0"/>
              </a:rPr>
              <a:t>Implement the Storage interface for Cloud. Enables datasets that exceed local disk capacity or reside in organizational data lakes.</a:t>
            </a:r>
          </a:p>
          <a:p>
            <a:pPr algn="just">
              <a:buFont typeface="Wingdings" panose="05000000000000000000" pitchFamily="2" charset="2"/>
              <a:buChar char="§"/>
            </a:pPr>
            <a:r>
              <a:rPr lang="en-US" sz="3200" b="1" dirty="0">
                <a:latin typeface="Calibri" panose="020F0502020204030204" pitchFamily="34" charset="0"/>
                <a:ea typeface="Calibri" panose="020F0502020204030204" pitchFamily="34" charset="0"/>
                <a:cs typeface="Calibri" panose="020F0502020204030204" pitchFamily="34" charset="0"/>
              </a:rPr>
              <a:t>Extended Visualization Libraries: </a:t>
            </a:r>
            <a:r>
              <a:rPr lang="en-US" sz="3200" dirty="0">
                <a:latin typeface="Calibri" panose="020F0502020204030204" pitchFamily="34" charset="0"/>
                <a:ea typeface="Calibri" panose="020F0502020204030204" pitchFamily="34" charset="0"/>
                <a:cs typeface="Calibri" panose="020F0502020204030204" pitchFamily="34" charset="0"/>
              </a:rPr>
              <a:t>Delivering interactive charts and a broader range of professional visualization types.</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B9EA1EE-B712-7D5D-B66B-C2C07C0EB18F}"/>
              </a:ext>
            </a:extLst>
          </p:cNvPr>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9854048" y="172261"/>
            <a:ext cx="2016370" cy="1062110"/>
          </a:xfrm>
          <a:prstGeom prst="rect">
            <a:avLst/>
          </a:prstGeom>
          <a:effectLst/>
        </p:spPr>
      </p:pic>
      <p:sp>
        <p:nvSpPr>
          <p:cNvPr id="5" name="TextBox 4">
            <a:extLst>
              <a:ext uri="{FF2B5EF4-FFF2-40B4-BE49-F238E27FC236}">
                <a16:creationId xmlns:a16="http://schemas.microsoft.com/office/drawing/2014/main" id="{C6DC836B-5E98-57FE-6CFD-A0D9FCD30096}"/>
              </a:ext>
            </a:extLst>
          </p:cNvPr>
          <p:cNvSpPr txBox="1"/>
          <p:nvPr/>
        </p:nvSpPr>
        <p:spPr>
          <a:xfrm>
            <a:off x="79217" y="6503580"/>
            <a:ext cx="8005527" cy="246221"/>
          </a:xfrm>
          <a:prstGeom prst="rect">
            <a:avLst/>
          </a:prstGeom>
          <a:noFill/>
        </p:spPr>
        <p:txBody>
          <a:bodyPr wrap="square">
            <a:spAutoFit/>
          </a:bodyPr>
          <a:lstStyle/>
          <a:p>
            <a:pPr>
              <a:spcAft>
                <a:spcPts val="600"/>
              </a:spcAft>
            </a:pPr>
            <a:r>
              <a:rPr lang="en" sz="1000" dirty="0">
                <a:latin typeface="Times New Roman" panose="02020603050405020304" pitchFamily="18" charset="0"/>
                <a:cs typeface="Times New Roman" panose="02020603050405020304" pitchFamily="18" charset="0"/>
                <a:sym typeface="Lato"/>
              </a:rPr>
              <a:t>M.Eng. Information Technology WS25-26/ </a:t>
            </a:r>
            <a:r>
              <a:rPr lang="en-US" sz="1000" dirty="0">
                <a:latin typeface="Times New Roman" panose="02020603050405020304" pitchFamily="18" charset="0"/>
                <a:cs typeface="Times New Roman" panose="02020603050405020304" pitchFamily="18" charset="0"/>
              </a:rPr>
              <a:t>Damir Dobric &amp; Andreas Pech</a:t>
            </a:r>
            <a:r>
              <a:rPr lang="en" sz="1000" dirty="0">
                <a:latin typeface="Times New Roman" panose="02020603050405020304" pitchFamily="18" charset="0"/>
                <a:cs typeface="Times New Roman" panose="02020603050405020304" pitchFamily="18" charset="0"/>
                <a:sym typeface="Lato"/>
              </a:rPr>
              <a:t>/ </a:t>
            </a:r>
            <a:r>
              <a:rPr lang="en-US" sz="1000" dirty="0">
                <a:latin typeface="Times New Roman" panose="02020603050405020304" pitchFamily="18" charset="0"/>
                <a:cs typeface="Times New Roman" panose="02020603050405020304" pitchFamily="18" charset="0"/>
              </a:rPr>
              <a:t>Module Software Engineering</a:t>
            </a:r>
          </a:p>
        </p:txBody>
      </p:sp>
      <p:sp>
        <p:nvSpPr>
          <p:cNvPr id="2" name="Slide Number Placeholder 1">
            <a:extLst>
              <a:ext uri="{FF2B5EF4-FFF2-40B4-BE49-F238E27FC236}">
                <a16:creationId xmlns:a16="http://schemas.microsoft.com/office/drawing/2014/main" id="{8F64A652-0266-BACB-881A-ECE2F69029CD}"/>
              </a:ext>
            </a:extLst>
          </p:cNvPr>
          <p:cNvSpPr>
            <a:spLocks noGrp="1"/>
          </p:cNvSpPr>
          <p:nvPr>
            <p:ph type="sldNum" sz="quarter" idx="12"/>
          </p:nvPr>
        </p:nvSpPr>
        <p:spPr/>
        <p:txBody>
          <a:bodyPr/>
          <a:lstStyle/>
          <a:p>
            <a:fld id="{130AC47B-80C8-4C1B-84E9-DE269DE6DDAD}" type="slidenum">
              <a:rPr lang="en-US" smtClean="0"/>
              <a:pPr/>
              <a:t>14</a:t>
            </a:fld>
            <a:endParaRPr lang="en-US"/>
          </a:p>
        </p:txBody>
      </p:sp>
    </p:spTree>
    <p:extLst>
      <p:ext uri="{BB962C8B-B14F-4D97-AF65-F5344CB8AC3E}">
        <p14:creationId xmlns:p14="http://schemas.microsoft.com/office/powerpoint/2010/main" val="1030601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8B9A3-8F9C-0EC3-C040-E24333053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E5B2B-CCC2-1DDF-03DF-A00DA269DD7F}"/>
              </a:ext>
            </a:extLst>
          </p:cNvPr>
          <p:cNvSpPr>
            <a:spLocks noGrp="1"/>
          </p:cNvSpPr>
          <p:nvPr>
            <p:ph type="title"/>
          </p:nvPr>
        </p:nvSpPr>
        <p:spPr>
          <a:xfrm>
            <a:off x="838200" y="2766218"/>
            <a:ext cx="10515600" cy="1325563"/>
          </a:xfrm>
        </p:spPr>
        <p:txBody>
          <a:bodyPr>
            <a:normAutofit/>
          </a:bodyPr>
          <a:lstStyle/>
          <a:p>
            <a:pPr algn="ctr"/>
            <a:r>
              <a:rPr lang="en-US" sz="4800" b="1" dirty="0">
                <a:latin typeface="Times New Roman" panose="02020603050405020304" pitchFamily="18" charset="0"/>
                <a:cs typeface="Times New Roman" panose="02020603050405020304" pitchFamily="18" charset="0"/>
              </a:rPr>
              <a:t>Thank You</a:t>
            </a:r>
            <a:endParaRPr lang="en-DE" sz="6600" dirty="0"/>
          </a:p>
        </p:txBody>
      </p:sp>
      <p:pic>
        <p:nvPicPr>
          <p:cNvPr id="4" name="Picture 3">
            <a:extLst>
              <a:ext uri="{FF2B5EF4-FFF2-40B4-BE49-F238E27FC236}">
                <a16:creationId xmlns:a16="http://schemas.microsoft.com/office/drawing/2014/main" id="{585CD9E5-6F61-5C98-CDDA-3A2242DF50DD}"/>
              </a:ext>
            </a:extLst>
          </p:cNvPr>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9854048" y="172261"/>
            <a:ext cx="2016370" cy="1062110"/>
          </a:xfrm>
          <a:prstGeom prst="rect">
            <a:avLst/>
          </a:prstGeom>
          <a:effectLst/>
        </p:spPr>
      </p:pic>
      <p:sp>
        <p:nvSpPr>
          <p:cNvPr id="5" name="TextBox 4">
            <a:extLst>
              <a:ext uri="{FF2B5EF4-FFF2-40B4-BE49-F238E27FC236}">
                <a16:creationId xmlns:a16="http://schemas.microsoft.com/office/drawing/2014/main" id="{77168A1B-9147-62A8-5D89-20136F89869E}"/>
              </a:ext>
            </a:extLst>
          </p:cNvPr>
          <p:cNvSpPr txBox="1"/>
          <p:nvPr/>
        </p:nvSpPr>
        <p:spPr>
          <a:xfrm>
            <a:off x="79217" y="6503580"/>
            <a:ext cx="8005527" cy="246221"/>
          </a:xfrm>
          <a:prstGeom prst="rect">
            <a:avLst/>
          </a:prstGeom>
          <a:noFill/>
        </p:spPr>
        <p:txBody>
          <a:bodyPr wrap="square">
            <a:spAutoFit/>
          </a:bodyPr>
          <a:lstStyle/>
          <a:p>
            <a:pPr>
              <a:spcAft>
                <a:spcPts val="600"/>
              </a:spcAft>
            </a:pPr>
            <a:r>
              <a:rPr lang="en" sz="1000" dirty="0">
                <a:latin typeface="Times New Roman" panose="02020603050405020304" pitchFamily="18" charset="0"/>
                <a:cs typeface="Times New Roman" panose="02020603050405020304" pitchFamily="18" charset="0"/>
                <a:sym typeface="Lato"/>
              </a:rPr>
              <a:t>M.Eng. Information Technology WS25-26/ </a:t>
            </a:r>
            <a:r>
              <a:rPr lang="en-US" sz="1000" dirty="0">
                <a:latin typeface="Times New Roman" panose="02020603050405020304" pitchFamily="18" charset="0"/>
                <a:cs typeface="Times New Roman" panose="02020603050405020304" pitchFamily="18" charset="0"/>
              </a:rPr>
              <a:t>Damir Dobric &amp; Andreas Pech</a:t>
            </a:r>
            <a:r>
              <a:rPr lang="en" sz="1000" dirty="0">
                <a:latin typeface="Times New Roman" panose="02020603050405020304" pitchFamily="18" charset="0"/>
                <a:cs typeface="Times New Roman" panose="02020603050405020304" pitchFamily="18" charset="0"/>
                <a:sym typeface="Lato"/>
              </a:rPr>
              <a:t>/ </a:t>
            </a:r>
            <a:r>
              <a:rPr lang="en-US" sz="1000" dirty="0">
                <a:latin typeface="Times New Roman" panose="02020603050405020304" pitchFamily="18" charset="0"/>
                <a:cs typeface="Times New Roman" panose="02020603050405020304" pitchFamily="18" charset="0"/>
              </a:rPr>
              <a:t>Module Software Engineering</a:t>
            </a:r>
          </a:p>
        </p:txBody>
      </p:sp>
      <p:sp>
        <p:nvSpPr>
          <p:cNvPr id="6" name="Slide Number Placeholder 5">
            <a:extLst>
              <a:ext uri="{FF2B5EF4-FFF2-40B4-BE49-F238E27FC236}">
                <a16:creationId xmlns:a16="http://schemas.microsoft.com/office/drawing/2014/main" id="{96BDACA1-2A20-AA70-1BAA-1F1EF5F6B239}"/>
              </a:ext>
            </a:extLst>
          </p:cNvPr>
          <p:cNvSpPr>
            <a:spLocks noGrp="1"/>
          </p:cNvSpPr>
          <p:nvPr>
            <p:ph type="sldNum" sz="quarter" idx="12"/>
          </p:nvPr>
        </p:nvSpPr>
        <p:spPr/>
        <p:txBody>
          <a:bodyPr/>
          <a:lstStyle/>
          <a:p>
            <a:fld id="{130AC47B-80C8-4C1B-84E9-DE269DE6DDAD}" type="slidenum">
              <a:rPr lang="en-US" smtClean="0"/>
              <a:t>15</a:t>
            </a:fld>
            <a:endParaRPr lang="en-US"/>
          </a:p>
        </p:txBody>
      </p:sp>
    </p:spTree>
    <p:extLst>
      <p:ext uri="{BB962C8B-B14F-4D97-AF65-F5344CB8AC3E}">
        <p14:creationId xmlns:p14="http://schemas.microsoft.com/office/powerpoint/2010/main" val="27951027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1165</Words>
  <Application>Microsoft Office PowerPoint</Application>
  <PresentationFormat>Widescreen</PresentationFormat>
  <Paragraphs>260</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-apple-system</vt:lpstr>
      <vt:lpstr>Aptos</vt:lpstr>
      <vt:lpstr>Aptos Display</vt:lpstr>
      <vt:lpstr>Arial</vt:lpstr>
      <vt:lpstr>Calibri</vt:lpstr>
      <vt:lpstr>Consolas</vt:lpstr>
      <vt:lpstr>Times New Roman</vt:lpstr>
      <vt:lpstr>Wingdings</vt:lpstr>
      <vt:lpstr>Office Theme</vt:lpstr>
      <vt:lpstr>Software Engineering Damir Dobric / Andreas Pech</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Rana, Md Sohel</dc:creator>
  <cp:lastModifiedBy>Rahman, Md Ashiqur</cp:lastModifiedBy>
  <cp:revision>48</cp:revision>
  <dcterms:created xsi:type="dcterms:W3CDTF">2025-03-07T22:42:34Z</dcterms:created>
  <dcterms:modified xsi:type="dcterms:W3CDTF">2026-04-01T20:39:59Z</dcterms:modified>
</cp:coreProperties>
</file>